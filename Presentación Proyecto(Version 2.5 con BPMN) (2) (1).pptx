
<file path=[Content_Types].xml><?xml version="1.0" encoding="utf-8"?>
<Types xmlns="http://schemas.openxmlformats.org/package/2006/content-types">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40.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slide+xml" PartName="/ppt/slides/slide40.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 uri="GoogleSlidesCustomDataVersion2">
      <go:slidesCustomData xmlns:go="http://customooxmlschemas.google.com/" r:id="rId47" roundtripDataSignature="AMtx7mhBTBQSHdF/KsildrrPQbfFBAMBk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99F3DE70-1715-4968-B29D-26007897703B}">
  <a:tblStyle styleId="{99F3DE70-1715-4968-B29D-26007897703B}" styleName="Table_0">
    <a:wholeTbl>
      <a:tcTxStyle b="off" i="off">
        <a:font>
          <a:latin typeface="Arial"/>
          <a:ea typeface="Arial"/>
          <a:cs typeface="Arial"/>
        </a:font>
        <a:srgbClr val="000000"/>
      </a:tcTxStyle>
      <a:tcStyle>
        <a:tcBdr>
          <a:left>
            <a:ln cap="flat" cmpd="sng" w="12700">
              <a:solidFill>
                <a:srgbClr val="000000"/>
              </a:solidFill>
              <a:prstDash val="solid"/>
              <a:round/>
              <a:headEnd len="sm" w="sm" type="none"/>
              <a:tailEnd len="sm" w="sm" type="none"/>
            </a:ln>
          </a:left>
          <a:right>
            <a:ln cap="flat" cmpd="sng" w="12700">
              <a:solidFill>
                <a:srgbClr val="000000"/>
              </a:solidFill>
              <a:prstDash val="solid"/>
              <a:round/>
              <a:headEnd len="sm" w="sm" type="none"/>
              <a:tailEnd len="sm" w="sm" type="none"/>
            </a:ln>
          </a:right>
          <a:top>
            <a:ln cap="flat" cmpd="sng" w="12700">
              <a:solidFill>
                <a:srgbClr val="000000"/>
              </a:solidFill>
              <a:prstDash val="solid"/>
              <a:round/>
              <a:headEnd len="sm" w="sm" type="none"/>
              <a:tailEnd len="sm" w="sm" type="none"/>
            </a:ln>
          </a:top>
          <a:bottom>
            <a:ln cap="flat" cmpd="sng" w="12700">
              <a:solidFill>
                <a:srgbClr val="000000"/>
              </a:solidFill>
              <a:prstDash val="solid"/>
              <a:round/>
              <a:headEnd len="sm" w="sm" type="none"/>
              <a:tailEnd len="sm" w="sm" type="none"/>
            </a:ln>
          </a:bottom>
          <a:insideH>
            <a:ln cap="flat" cmpd="sng" w="12700">
              <a:solidFill>
                <a:srgbClr val="000000"/>
              </a:solidFill>
              <a:prstDash val="solid"/>
              <a:round/>
              <a:headEnd len="sm" w="sm" type="none"/>
              <a:tailEnd len="sm" w="sm" type="none"/>
            </a:ln>
          </a:insideH>
          <a:insideV>
            <a:ln cap="flat" cmpd="sng" w="12700">
              <a:solidFill>
                <a:srgbClr val="000000"/>
              </a:solidFill>
              <a:prstDash val="solid"/>
              <a:round/>
              <a:headEnd len="sm" w="sm" type="none"/>
              <a:tailEnd len="sm" w="sm" type="none"/>
            </a:ln>
          </a:insideV>
        </a:tcBdr>
      </a:tc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 styleId="{56F13CAF-1F5B-469B-97F8-7155BB07BC01}" styleName="Table_1">
    <a:wholeTbl>
      <a:tcTxStyle b="off" i="off">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20" Type="http://schemas.openxmlformats.org/officeDocument/2006/relationships/slide" Target="slides/slide14.xml"/><Relationship Id="rId42" Type="http://schemas.openxmlformats.org/officeDocument/2006/relationships/slide" Target="slides/slide36.xml"/><Relationship Id="rId41" Type="http://schemas.openxmlformats.org/officeDocument/2006/relationships/slide" Target="slides/slide35.xml"/><Relationship Id="rId22" Type="http://schemas.openxmlformats.org/officeDocument/2006/relationships/slide" Target="slides/slide16.xml"/><Relationship Id="rId44" Type="http://schemas.openxmlformats.org/officeDocument/2006/relationships/slide" Target="slides/slide38.xml"/><Relationship Id="rId21" Type="http://schemas.openxmlformats.org/officeDocument/2006/relationships/slide" Target="slides/slide15.xml"/><Relationship Id="rId43" Type="http://schemas.openxmlformats.org/officeDocument/2006/relationships/slide" Target="slides/slide37.xml"/><Relationship Id="rId24" Type="http://schemas.openxmlformats.org/officeDocument/2006/relationships/slide" Target="slides/slide18.xml"/><Relationship Id="rId46" Type="http://schemas.openxmlformats.org/officeDocument/2006/relationships/slide" Target="slides/slide40.xml"/><Relationship Id="rId23" Type="http://schemas.openxmlformats.org/officeDocument/2006/relationships/slide" Target="slides/slide17.xml"/><Relationship Id="rId45" Type="http://schemas.openxmlformats.org/officeDocument/2006/relationships/slide" Target="slides/slide39.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slide" Target="slides/slide20.xml"/><Relationship Id="rId25" Type="http://schemas.openxmlformats.org/officeDocument/2006/relationships/slide" Target="slides/slide19.xml"/><Relationship Id="rId47" Type="http://customschemas.google.com/relationships/presentationmetadata" Target="metadata"/><Relationship Id="rId28" Type="http://schemas.openxmlformats.org/officeDocument/2006/relationships/slide" Target="slides/slide22.xml"/><Relationship Id="rId27" Type="http://schemas.openxmlformats.org/officeDocument/2006/relationships/slide" Target="slides/slide21.xml"/><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schemas.openxmlformats.org/officeDocument/2006/relationships/slide" Target="slides/slide23.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11" Type="http://schemas.openxmlformats.org/officeDocument/2006/relationships/slide" Target="slides/slide5.xml"/><Relationship Id="rId33" Type="http://schemas.openxmlformats.org/officeDocument/2006/relationships/slide" Target="slides/slide27.xml"/><Relationship Id="rId10" Type="http://schemas.openxmlformats.org/officeDocument/2006/relationships/slide" Target="slides/slide4.xml"/><Relationship Id="rId32" Type="http://schemas.openxmlformats.org/officeDocument/2006/relationships/slide" Target="slides/slide26.xml"/><Relationship Id="rId13" Type="http://schemas.openxmlformats.org/officeDocument/2006/relationships/slide" Target="slides/slide7.xml"/><Relationship Id="rId35" Type="http://schemas.openxmlformats.org/officeDocument/2006/relationships/slide" Target="slides/slide29.xml"/><Relationship Id="rId12" Type="http://schemas.openxmlformats.org/officeDocument/2006/relationships/slide" Target="slides/slide6.xml"/><Relationship Id="rId34" Type="http://schemas.openxmlformats.org/officeDocument/2006/relationships/slide" Target="slides/slide28.xml"/><Relationship Id="rId15" Type="http://schemas.openxmlformats.org/officeDocument/2006/relationships/slide" Target="slides/slide9.xml"/><Relationship Id="rId37" Type="http://schemas.openxmlformats.org/officeDocument/2006/relationships/slide" Target="slides/slide31.xml"/><Relationship Id="rId14" Type="http://schemas.openxmlformats.org/officeDocument/2006/relationships/slide" Target="slides/slide8.xml"/><Relationship Id="rId36" Type="http://schemas.openxmlformats.org/officeDocument/2006/relationships/slide" Target="slides/slide30.xml"/><Relationship Id="rId17" Type="http://schemas.openxmlformats.org/officeDocument/2006/relationships/slide" Target="slides/slide11.xml"/><Relationship Id="rId39" Type="http://schemas.openxmlformats.org/officeDocument/2006/relationships/slide" Target="slides/slide33.xml"/><Relationship Id="rId16" Type="http://schemas.openxmlformats.org/officeDocument/2006/relationships/slide" Target="slides/slide10.xml"/><Relationship Id="rId38" Type="http://schemas.openxmlformats.org/officeDocument/2006/relationships/slide" Target="slides/slide32.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1: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2" name="Google Shape;52;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 name="Shape 58"/>
        <p:cNvGrpSpPr/>
        <p:nvPr/>
      </p:nvGrpSpPr>
      <p:grpSpPr>
        <a:xfrm>
          <a:off x="0" y="0"/>
          <a:ext cx="0" cy="0"/>
          <a:chOff x="0" y="0"/>
          <a:chExt cx="0" cy="0"/>
        </a:xfrm>
      </p:grpSpPr>
      <p:sp>
        <p:nvSpPr>
          <p:cNvPr id="59" name="Google Shape;59;p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0" name="Google Shape;60;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 name="Shape 65"/>
        <p:cNvGrpSpPr/>
        <p:nvPr/>
      </p:nvGrpSpPr>
      <p:grpSpPr>
        <a:xfrm>
          <a:off x="0" y="0"/>
          <a:ext cx="0" cy="0"/>
          <a:chOff x="0" y="0"/>
          <a:chExt cx="0" cy="0"/>
        </a:xfrm>
      </p:grpSpPr>
      <p:sp>
        <p:nvSpPr>
          <p:cNvPr id="66" name="Google Shape;66;p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7" name="Google Shape;67;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 name="Shape 73"/>
        <p:cNvGrpSpPr/>
        <p:nvPr/>
      </p:nvGrpSpPr>
      <p:grpSpPr>
        <a:xfrm>
          <a:off x="0" y="0"/>
          <a:ext cx="0" cy="0"/>
          <a:chOff x="0" y="0"/>
          <a:chExt cx="0" cy="0"/>
        </a:xfrm>
      </p:grpSpPr>
      <p:sp>
        <p:nvSpPr>
          <p:cNvPr id="74" name="Google Shape;74;p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5" name="Google Shape;75;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 name="Shape 81"/>
        <p:cNvGrpSpPr/>
        <p:nvPr/>
      </p:nvGrpSpPr>
      <p:grpSpPr>
        <a:xfrm>
          <a:off x="0" y="0"/>
          <a:ext cx="0" cy="0"/>
          <a:chOff x="0" y="0"/>
          <a:chExt cx="0" cy="0"/>
        </a:xfrm>
      </p:grpSpPr>
      <p:sp>
        <p:nvSpPr>
          <p:cNvPr id="82" name="Google Shape;82;p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3" name="Google Shape;83;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p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0" name="Google Shape;90;p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p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7" name="Google Shape;97;p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 name="Shape 107"/>
        <p:cNvGrpSpPr/>
        <p:nvPr/>
      </p:nvGrpSpPr>
      <p:grpSpPr>
        <a:xfrm>
          <a:off x="0" y="0"/>
          <a:ext cx="0" cy="0"/>
          <a:chOff x="0" y="0"/>
          <a:chExt cx="0" cy="0"/>
        </a:xfrm>
      </p:grpSpPr>
      <p:sp>
        <p:nvSpPr>
          <p:cNvPr id="108" name="Google Shape;108;p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9" name="Google Shape;109;p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p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6" name="Google Shape;116;p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 name="Shape 121"/>
        <p:cNvGrpSpPr/>
        <p:nvPr/>
      </p:nvGrpSpPr>
      <p:grpSpPr>
        <a:xfrm>
          <a:off x="0" y="0"/>
          <a:ext cx="0" cy="0"/>
          <a:chOff x="0" y="0"/>
          <a:chExt cx="0" cy="0"/>
        </a:xfrm>
      </p:grpSpPr>
      <p:sp>
        <p:nvSpPr>
          <p:cNvPr id="122" name="Google Shape;122;p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3" name="Google Shape;123;p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 name="Shape 128"/>
        <p:cNvGrpSpPr/>
        <p:nvPr/>
      </p:nvGrpSpPr>
      <p:grpSpPr>
        <a:xfrm>
          <a:off x="0" y="0"/>
          <a:ext cx="0" cy="0"/>
          <a:chOff x="0" y="0"/>
          <a:chExt cx="0" cy="0"/>
        </a:xfrm>
      </p:grpSpPr>
      <p:sp>
        <p:nvSpPr>
          <p:cNvPr id="129" name="Google Shape;129;p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0" name="Google Shape;130;p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 name="Shape 135"/>
        <p:cNvGrpSpPr/>
        <p:nvPr/>
      </p:nvGrpSpPr>
      <p:grpSpPr>
        <a:xfrm>
          <a:off x="0" y="0"/>
          <a:ext cx="0" cy="0"/>
          <a:chOff x="0" y="0"/>
          <a:chExt cx="0" cy="0"/>
        </a:xfrm>
      </p:grpSpPr>
      <p:sp>
        <p:nvSpPr>
          <p:cNvPr id="136" name="Google Shape;136;p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7" name="Google Shape;137;p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p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44" name="Google Shape;144;p1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p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51" name="Google Shape;151;p1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 name="Shape 156"/>
        <p:cNvGrpSpPr/>
        <p:nvPr/>
      </p:nvGrpSpPr>
      <p:grpSpPr>
        <a:xfrm>
          <a:off x="0" y="0"/>
          <a:ext cx="0" cy="0"/>
          <a:chOff x="0" y="0"/>
          <a:chExt cx="0" cy="0"/>
        </a:xfrm>
      </p:grpSpPr>
      <p:sp>
        <p:nvSpPr>
          <p:cNvPr id="157" name="Google Shape;157;p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58" name="Google Shape;158;p1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 name="Shape 166"/>
        <p:cNvGrpSpPr/>
        <p:nvPr/>
      </p:nvGrpSpPr>
      <p:grpSpPr>
        <a:xfrm>
          <a:off x="0" y="0"/>
          <a:ext cx="0" cy="0"/>
          <a:chOff x="0" y="0"/>
          <a:chExt cx="0" cy="0"/>
        </a:xfrm>
      </p:grpSpPr>
      <p:sp>
        <p:nvSpPr>
          <p:cNvPr id="167" name="Google Shape;167;p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68" name="Google Shape;168;p1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 name="Shape 171"/>
        <p:cNvGrpSpPr/>
        <p:nvPr/>
      </p:nvGrpSpPr>
      <p:grpSpPr>
        <a:xfrm>
          <a:off x="0" y="0"/>
          <a:ext cx="0" cy="0"/>
          <a:chOff x="0" y="0"/>
          <a:chExt cx="0" cy="0"/>
        </a:xfrm>
      </p:grpSpPr>
      <p:sp>
        <p:nvSpPr>
          <p:cNvPr id="172" name="Google Shape;172;p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73" name="Google Shape;173;p1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 name="Shape 176"/>
        <p:cNvGrpSpPr/>
        <p:nvPr/>
      </p:nvGrpSpPr>
      <p:grpSpPr>
        <a:xfrm>
          <a:off x="0" y="0"/>
          <a:ext cx="0" cy="0"/>
          <a:chOff x="0" y="0"/>
          <a:chExt cx="0" cy="0"/>
        </a:xfrm>
      </p:grpSpPr>
      <p:sp>
        <p:nvSpPr>
          <p:cNvPr id="177" name="Google Shape;177;p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78" name="Google Shape;178;p1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 name="Shape 181"/>
        <p:cNvGrpSpPr/>
        <p:nvPr/>
      </p:nvGrpSpPr>
      <p:grpSpPr>
        <a:xfrm>
          <a:off x="0" y="0"/>
          <a:ext cx="0" cy="0"/>
          <a:chOff x="0" y="0"/>
          <a:chExt cx="0" cy="0"/>
        </a:xfrm>
      </p:grpSpPr>
      <p:sp>
        <p:nvSpPr>
          <p:cNvPr id="182" name="Google Shape;182;p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83" name="Google Shape;183;p1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 name="Shape 186"/>
        <p:cNvGrpSpPr/>
        <p:nvPr/>
      </p:nvGrpSpPr>
      <p:grpSpPr>
        <a:xfrm>
          <a:off x="0" y="0"/>
          <a:ext cx="0" cy="0"/>
          <a:chOff x="0" y="0"/>
          <a:chExt cx="0" cy="0"/>
        </a:xfrm>
      </p:grpSpPr>
      <p:sp>
        <p:nvSpPr>
          <p:cNvPr id="187" name="Google Shape;187;p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88" name="Google Shape;188;p2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 name="Shape 191"/>
        <p:cNvGrpSpPr/>
        <p:nvPr/>
      </p:nvGrpSpPr>
      <p:grpSpPr>
        <a:xfrm>
          <a:off x="0" y="0"/>
          <a:ext cx="0" cy="0"/>
          <a:chOff x="0" y="0"/>
          <a:chExt cx="0" cy="0"/>
        </a:xfrm>
      </p:grpSpPr>
      <p:sp>
        <p:nvSpPr>
          <p:cNvPr id="192" name="Google Shape;192;p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93" name="Google Shape;193;p2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6" name="Shape 196"/>
        <p:cNvGrpSpPr/>
        <p:nvPr/>
      </p:nvGrpSpPr>
      <p:grpSpPr>
        <a:xfrm>
          <a:off x="0" y="0"/>
          <a:ext cx="0" cy="0"/>
          <a:chOff x="0" y="0"/>
          <a:chExt cx="0" cy="0"/>
        </a:xfrm>
      </p:grpSpPr>
      <p:sp>
        <p:nvSpPr>
          <p:cNvPr id="197" name="Google Shape;197;p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98" name="Google Shape;198;p2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1" name="Shape 201"/>
        <p:cNvGrpSpPr/>
        <p:nvPr/>
      </p:nvGrpSpPr>
      <p:grpSpPr>
        <a:xfrm>
          <a:off x="0" y="0"/>
          <a:ext cx="0" cy="0"/>
          <a:chOff x="0" y="0"/>
          <a:chExt cx="0" cy="0"/>
        </a:xfrm>
      </p:grpSpPr>
      <p:sp>
        <p:nvSpPr>
          <p:cNvPr id="202" name="Google Shape;202;p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03" name="Google Shape;203;p2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6" name="Shape 206"/>
        <p:cNvGrpSpPr/>
        <p:nvPr/>
      </p:nvGrpSpPr>
      <p:grpSpPr>
        <a:xfrm>
          <a:off x="0" y="0"/>
          <a:ext cx="0" cy="0"/>
          <a:chOff x="0" y="0"/>
          <a:chExt cx="0" cy="0"/>
        </a:xfrm>
      </p:grpSpPr>
      <p:sp>
        <p:nvSpPr>
          <p:cNvPr id="207" name="Google Shape;207;p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08" name="Google Shape;208;p2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1" name="Shape 211"/>
        <p:cNvGrpSpPr/>
        <p:nvPr/>
      </p:nvGrpSpPr>
      <p:grpSpPr>
        <a:xfrm>
          <a:off x="0" y="0"/>
          <a:ext cx="0" cy="0"/>
          <a:chOff x="0" y="0"/>
          <a:chExt cx="0" cy="0"/>
        </a:xfrm>
      </p:grpSpPr>
      <p:sp>
        <p:nvSpPr>
          <p:cNvPr id="212" name="Google Shape;212;p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13" name="Google Shape;213;p2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6" name="Shape 216"/>
        <p:cNvGrpSpPr/>
        <p:nvPr/>
      </p:nvGrpSpPr>
      <p:grpSpPr>
        <a:xfrm>
          <a:off x="0" y="0"/>
          <a:ext cx="0" cy="0"/>
          <a:chOff x="0" y="0"/>
          <a:chExt cx="0" cy="0"/>
        </a:xfrm>
      </p:grpSpPr>
      <p:sp>
        <p:nvSpPr>
          <p:cNvPr id="217" name="Google Shape;217;p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18" name="Google Shape;218;p2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1" name="Shape 221"/>
        <p:cNvGrpSpPr/>
        <p:nvPr/>
      </p:nvGrpSpPr>
      <p:grpSpPr>
        <a:xfrm>
          <a:off x="0" y="0"/>
          <a:ext cx="0" cy="0"/>
          <a:chOff x="0" y="0"/>
          <a:chExt cx="0" cy="0"/>
        </a:xfrm>
      </p:grpSpPr>
      <p:sp>
        <p:nvSpPr>
          <p:cNvPr id="222" name="Google Shape;222;p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23" name="Google Shape;223;p2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6" name="Shape 226"/>
        <p:cNvGrpSpPr/>
        <p:nvPr/>
      </p:nvGrpSpPr>
      <p:grpSpPr>
        <a:xfrm>
          <a:off x="0" y="0"/>
          <a:ext cx="0" cy="0"/>
          <a:chOff x="0" y="0"/>
          <a:chExt cx="0" cy="0"/>
        </a:xfrm>
      </p:grpSpPr>
      <p:sp>
        <p:nvSpPr>
          <p:cNvPr id="227" name="Google Shape;227;p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28" name="Google Shape;228;p2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1" name="Shape 231"/>
        <p:cNvGrpSpPr/>
        <p:nvPr/>
      </p:nvGrpSpPr>
      <p:grpSpPr>
        <a:xfrm>
          <a:off x="0" y="0"/>
          <a:ext cx="0" cy="0"/>
          <a:chOff x="0" y="0"/>
          <a:chExt cx="0" cy="0"/>
        </a:xfrm>
      </p:grpSpPr>
      <p:sp>
        <p:nvSpPr>
          <p:cNvPr id="232" name="Google Shape;232;p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33" name="Google Shape;233;p2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6" name="Shape 236"/>
        <p:cNvGrpSpPr/>
        <p:nvPr/>
      </p:nvGrpSpPr>
      <p:grpSpPr>
        <a:xfrm>
          <a:off x="0" y="0"/>
          <a:ext cx="0" cy="0"/>
          <a:chOff x="0" y="0"/>
          <a:chExt cx="0" cy="0"/>
        </a:xfrm>
      </p:grpSpPr>
      <p:sp>
        <p:nvSpPr>
          <p:cNvPr id="237" name="Google Shape;237;p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38" name="Google Shape;238;p3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1" name="Shape 241"/>
        <p:cNvGrpSpPr/>
        <p:nvPr/>
      </p:nvGrpSpPr>
      <p:grpSpPr>
        <a:xfrm>
          <a:off x="0" y="0"/>
          <a:ext cx="0" cy="0"/>
          <a:chOff x="0" y="0"/>
          <a:chExt cx="0" cy="0"/>
        </a:xfrm>
      </p:grpSpPr>
      <p:sp>
        <p:nvSpPr>
          <p:cNvPr id="242" name="Google Shape;242;p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43" name="Google Shape;243;p3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7" name="Shape 247"/>
        <p:cNvGrpSpPr/>
        <p:nvPr/>
      </p:nvGrpSpPr>
      <p:grpSpPr>
        <a:xfrm>
          <a:off x="0" y="0"/>
          <a:ext cx="0" cy="0"/>
          <a:chOff x="0" y="0"/>
          <a:chExt cx="0" cy="0"/>
        </a:xfrm>
      </p:grpSpPr>
      <p:sp>
        <p:nvSpPr>
          <p:cNvPr id="248" name="Google Shape;248;p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49" name="Google Shape;249;p3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2" name="Shape 252"/>
        <p:cNvGrpSpPr/>
        <p:nvPr/>
      </p:nvGrpSpPr>
      <p:grpSpPr>
        <a:xfrm>
          <a:off x="0" y="0"/>
          <a:ext cx="0" cy="0"/>
          <a:chOff x="0" y="0"/>
          <a:chExt cx="0" cy="0"/>
        </a:xfrm>
      </p:grpSpPr>
      <p:sp>
        <p:nvSpPr>
          <p:cNvPr id="253" name="Google Shape;253;p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54" name="Google Shape;254;p3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7" name="Shape 257"/>
        <p:cNvGrpSpPr/>
        <p:nvPr/>
      </p:nvGrpSpPr>
      <p:grpSpPr>
        <a:xfrm>
          <a:off x="0" y="0"/>
          <a:ext cx="0" cy="0"/>
          <a:chOff x="0" y="0"/>
          <a:chExt cx="0" cy="0"/>
        </a:xfrm>
      </p:grpSpPr>
      <p:sp>
        <p:nvSpPr>
          <p:cNvPr id="258" name="Google Shape;258;p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59" name="Google Shape;259;p3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2" name="Shape 262"/>
        <p:cNvGrpSpPr/>
        <p:nvPr/>
      </p:nvGrpSpPr>
      <p:grpSpPr>
        <a:xfrm>
          <a:off x="0" y="0"/>
          <a:ext cx="0" cy="0"/>
          <a:chOff x="0" y="0"/>
          <a:chExt cx="0" cy="0"/>
        </a:xfrm>
      </p:grpSpPr>
      <p:sp>
        <p:nvSpPr>
          <p:cNvPr id="263" name="Google Shape;263;p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64" name="Google Shape;264;p3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7" name="Shape 267"/>
        <p:cNvGrpSpPr/>
        <p:nvPr/>
      </p:nvGrpSpPr>
      <p:grpSpPr>
        <a:xfrm>
          <a:off x="0" y="0"/>
          <a:ext cx="0" cy="0"/>
          <a:chOff x="0" y="0"/>
          <a:chExt cx="0" cy="0"/>
        </a:xfrm>
      </p:grpSpPr>
      <p:sp>
        <p:nvSpPr>
          <p:cNvPr id="268" name="Google Shape;268;p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69" name="Google Shape;269;p3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2" name="Shape 272"/>
        <p:cNvGrpSpPr/>
        <p:nvPr/>
      </p:nvGrpSpPr>
      <p:grpSpPr>
        <a:xfrm>
          <a:off x="0" y="0"/>
          <a:ext cx="0" cy="0"/>
          <a:chOff x="0" y="0"/>
          <a:chExt cx="0" cy="0"/>
        </a:xfrm>
      </p:grpSpPr>
      <p:sp>
        <p:nvSpPr>
          <p:cNvPr id="273" name="Google Shape;273;p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74" name="Google Shape;274;p3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7" name="Shape 277"/>
        <p:cNvGrpSpPr/>
        <p:nvPr/>
      </p:nvGrpSpPr>
      <p:grpSpPr>
        <a:xfrm>
          <a:off x="0" y="0"/>
          <a:ext cx="0" cy="0"/>
          <a:chOff x="0" y="0"/>
          <a:chExt cx="0" cy="0"/>
        </a:xfrm>
      </p:grpSpPr>
      <p:sp>
        <p:nvSpPr>
          <p:cNvPr id="278" name="Google Shape;278;p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79" name="Google Shape;279;p3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2" name="Shape 282"/>
        <p:cNvGrpSpPr/>
        <p:nvPr/>
      </p:nvGrpSpPr>
      <p:grpSpPr>
        <a:xfrm>
          <a:off x="0" y="0"/>
          <a:ext cx="0" cy="0"/>
          <a:chOff x="0" y="0"/>
          <a:chExt cx="0" cy="0"/>
        </a:xfrm>
      </p:grpSpPr>
      <p:sp>
        <p:nvSpPr>
          <p:cNvPr id="283" name="Google Shape;283;p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84" name="Google Shape;284;p3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7" name="Shape 287"/>
        <p:cNvGrpSpPr/>
        <p:nvPr/>
      </p:nvGrpSpPr>
      <p:grpSpPr>
        <a:xfrm>
          <a:off x="0" y="0"/>
          <a:ext cx="0" cy="0"/>
          <a:chOff x="0" y="0"/>
          <a:chExt cx="0" cy="0"/>
        </a:xfrm>
      </p:grpSpPr>
      <p:sp>
        <p:nvSpPr>
          <p:cNvPr id="288" name="Google Shape;288;p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89" name="Google Shape;289;p4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42"/>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p:txBody>
      </p:sp>
      <p:sp>
        <p:nvSpPr>
          <p:cNvPr id="11" name="Google Shape;11;p42"/>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4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3" name="Shape 13"/>
        <p:cNvGrpSpPr/>
        <p:nvPr/>
      </p:nvGrpSpPr>
      <p:grpSpPr>
        <a:xfrm>
          <a:off x="0" y="0"/>
          <a:ext cx="0" cy="0"/>
          <a:chOff x="0" y="0"/>
          <a:chExt cx="0" cy="0"/>
        </a:xfrm>
      </p:grpSpPr>
      <p:sp>
        <p:nvSpPr>
          <p:cNvPr id="14" name="Google Shape;14;p4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5" name="Google Shape;15;p43"/>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16" name="Google Shape;16;p4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7" name="Shape 17"/>
        <p:cNvGrpSpPr/>
        <p:nvPr/>
      </p:nvGrpSpPr>
      <p:grpSpPr>
        <a:xfrm>
          <a:off x="0" y="0"/>
          <a:ext cx="0" cy="0"/>
          <a:chOff x="0" y="0"/>
          <a:chExt cx="0" cy="0"/>
        </a:xfrm>
      </p:grpSpPr>
      <p:sp>
        <p:nvSpPr>
          <p:cNvPr id="18" name="Google Shape;18;p44"/>
          <p:cNvSpPr txBox="1"/>
          <p:nvPr>
            <p:ph type="title"/>
          </p:nvPr>
        </p:nvSpPr>
        <p:spPr>
          <a:xfrm>
            <a:off x="311700" y="2150850"/>
            <a:ext cx="8520600" cy="841800"/>
          </a:xfrm>
          <a:prstGeom prst="rect">
            <a:avLst/>
          </a:prstGeom>
          <a:noFill/>
          <a:ln>
            <a:noFill/>
          </a:ln>
        </p:spPr>
        <p:txBody>
          <a:bodyPr anchorCtr="0" anchor="ctr" bIns="91425" lIns="91425" spcFirstLastPara="1" rIns="91425" wrap="square" tIns="91425">
            <a:norm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sp>
        <p:nvSpPr>
          <p:cNvPr id="19" name="Google Shape;19;p4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45"/>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2" name="Google Shape;22;p45"/>
          <p:cNvSpPr txBox="1"/>
          <p:nvPr>
            <p:ph idx="1" type="body"/>
          </p:nvPr>
        </p:nvSpPr>
        <p:spPr>
          <a:xfrm>
            <a:off x="3117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23" name="Google Shape;23;p45"/>
          <p:cNvSpPr txBox="1"/>
          <p:nvPr>
            <p:ph idx="2" type="body"/>
          </p:nvPr>
        </p:nvSpPr>
        <p:spPr>
          <a:xfrm>
            <a:off x="48324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24" name="Google Shape;24;p4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46"/>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7" name="Google Shape;27;p4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47"/>
          <p:cNvSpPr txBox="1"/>
          <p:nvPr>
            <p:ph type="title"/>
          </p:nvPr>
        </p:nvSpPr>
        <p:spPr>
          <a:xfrm>
            <a:off x="311700" y="555600"/>
            <a:ext cx="2808000" cy="755700"/>
          </a:xfrm>
          <a:prstGeom prst="rect">
            <a:avLst/>
          </a:prstGeom>
          <a:noFill/>
          <a:ln>
            <a:noFill/>
          </a:ln>
        </p:spPr>
        <p:txBody>
          <a:bodyPr anchorCtr="0" anchor="b" bIns="91425" lIns="91425" spcFirstLastPara="1" rIns="91425" wrap="square" tIns="91425">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30" name="Google Shape;30;p47"/>
          <p:cNvSpPr txBox="1"/>
          <p:nvPr>
            <p:ph idx="1" type="body"/>
          </p:nvPr>
        </p:nvSpPr>
        <p:spPr>
          <a:xfrm>
            <a:off x="311700" y="1389600"/>
            <a:ext cx="2808000" cy="3179400"/>
          </a:xfrm>
          <a:prstGeom prst="rect">
            <a:avLst/>
          </a:prstGeom>
          <a:noFill/>
          <a:ln>
            <a:noFill/>
          </a:ln>
        </p:spPr>
        <p:txBody>
          <a:bodyPr anchorCtr="0" anchor="t" bIns="91425" lIns="91425" spcFirstLastPara="1" rIns="91425" wrap="square" tIns="91425">
            <a:normAutofit/>
          </a:bodyPr>
          <a:lstStyle>
            <a:lvl1pPr indent="-304800" lvl="0" marL="457200" algn="l">
              <a:lnSpc>
                <a:spcPct val="115000"/>
              </a:lnSpc>
              <a:spcBef>
                <a:spcPts val="0"/>
              </a:spcBef>
              <a:spcAft>
                <a:spcPts val="0"/>
              </a:spcAft>
              <a:buSzPts val="1200"/>
              <a:buChar char="●"/>
              <a:defRPr sz="12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31" name="Google Shape;31;p4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48"/>
          <p:cNvSpPr txBox="1"/>
          <p:nvPr>
            <p:ph type="title"/>
          </p:nvPr>
        </p:nvSpPr>
        <p:spPr>
          <a:xfrm>
            <a:off x="490250" y="450150"/>
            <a:ext cx="6367800" cy="4090800"/>
          </a:xfrm>
          <a:prstGeom prst="rect">
            <a:avLst/>
          </a:prstGeom>
          <a:noFill/>
          <a:ln>
            <a:noFill/>
          </a:ln>
        </p:spPr>
        <p:txBody>
          <a:bodyPr anchorCtr="0" anchor="ctr" bIns="91425" lIns="91425" spcFirstLastPara="1" rIns="91425" wrap="square" tIns="91425">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34" name="Google Shape;34;p4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4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 name="Google Shape;37;p49"/>
          <p:cNvSpPr txBox="1"/>
          <p:nvPr>
            <p:ph type="title"/>
          </p:nvPr>
        </p:nvSpPr>
        <p:spPr>
          <a:xfrm>
            <a:off x="265500" y="1233175"/>
            <a:ext cx="4045200" cy="14823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p:txBody>
      </p:sp>
      <p:sp>
        <p:nvSpPr>
          <p:cNvPr id="38" name="Google Shape;38;p49"/>
          <p:cNvSpPr txBox="1"/>
          <p:nvPr>
            <p:ph idx="1" type="subTitle"/>
          </p:nvPr>
        </p:nvSpPr>
        <p:spPr>
          <a:xfrm>
            <a:off x="265500" y="2803075"/>
            <a:ext cx="4045200" cy="12351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49"/>
          <p:cNvSpPr txBox="1"/>
          <p:nvPr>
            <p:ph idx="2" type="body"/>
          </p:nvPr>
        </p:nvSpPr>
        <p:spPr>
          <a:xfrm>
            <a:off x="4939500" y="724075"/>
            <a:ext cx="3837000" cy="3695100"/>
          </a:xfrm>
          <a:prstGeom prst="rect">
            <a:avLst/>
          </a:prstGeom>
          <a:noFill/>
          <a:ln>
            <a:noFill/>
          </a:ln>
        </p:spPr>
        <p:txBody>
          <a:bodyPr anchorCtr="0" anchor="ctr"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40" name="Google Shape;40;p4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50"/>
          <p:cNvSpPr txBox="1"/>
          <p:nvPr>
            <p:ph idx="1" type="body"/>
          </p:nvPr>
        </p:nvSpPr>
        <p:spPr>
          <a:xfrm>
            <a:off x="311700" y="4230575"/>
            <a:ext cx="5998800" cy="605100"/>
          </a:xfrm>
          <a:prstGeom prst="rect">
            <a:avLst/>
          </a:prstGeom>
          <a:noFill/>
          <a:ln>
            <a:noFill/>
          </a:ln>
        </p:spPr>
        <p:txBody>
          <a:bodyPr anchorCtr="0" anchor="ctr" bIns="91425" lIns="91425" spcFirstLastPara="1" rIns="91425" wrap="square" tIns="91425">
            <a:normAutofit/>
          </a:bodyPr>
          <a:lstStyle>
            <a:lvl1pPr indent="-228600" lvl="0" marL="457200" algn="l">
              <a:lnSpc>
                <a:spcPct val="100000"/>
              </a:lnSpc>
              <a:spcBef>
                <a:spcPts val="0"/>
              </a:spcBef>
              <a:spcAft>
                <a:spcPts val="0"/>
              </a:spcAft>
              <a:buSzPts val="1800"/>
              <a:buNone/>
              <a:defRPr/>
            </a:lvl1pPr>
          </a:lstStyle>
          <a:p/>
        </p:txBody>
      </p:sp>
      <p:sp>
        <p:nvSpPr>
          <p:cNvPr id="43" name="Google Shape;43;p5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51"/>
          <p:cNvSpPr txBox="1"/>
          <p:nvPr>
            <p:ph hasCustomPrompt="1" type="title"/>
          </p:nvPr>
        </p:nvSpPr>
        <p:spPr>
          <a:xfrm>
            <a:off x="311700" y="1106125"/>
            <a:ext cx="8520600" cy="19635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46" name="Google Shape;46;p51"/>
          <p:cNvSpPr txBox="1"/>
          <p:nvPr>
            <p:ph idx="1" type="body"/>
          </p:nvPr>
        </p:nvSpPr>
        <p:spPr>
          <a:xfrm>
            <a:off x="311700" y="3152225"/>
            <a:ext cx="8520600" cy="1300800"/>
          </a:xfrm>
          <a:prstGeom prst="rect">
            <a:avLst/>
          </a:prstGeom>
          <a:noFill/>
          <a:ln>
            <a:noFill/>
          </a:ln>
        </p:spPr>
        <p:txBody>
          <a:bodyPr anchorCtr="0" anchor="t" bIns="91425" lIns="91425" spcFirstLastPara="1" rIns="91425" wrap="square" tIns="91425">
            <a:normAutofit/>
          </a:bodyPr>
          <a:lstStyle>
            <a:lvl1pPr indent="-342900" lvl="0" marL="457200" algn="ctr">
              <a:lnSpc>
                <a:spcPct val="115000"/>
              </a:lnSpc>
              <a:spcBef>
                <a:spcPts val="0"/>
              </a:spcBef>
              <a:spcAft>
                <a:spcPts val="0"/>
              </a:spcAft>
              <a:buSzPts val="1800"/>
              <a:buChar char="●"/>
              <a:defRPr/>
            </a:lvl1pPr>
            <a:lvl2pPr indent="-317500" lvl="1" marL="914400" algn="ctr">
              <a:lnSpc>
                <a:spcPct val="115000"/>
              </a:lnSpc>
              <a:spcBef>
                <a:spcPts val="0"/>
              </a:spcBef>
              <a:spcAft>
                <a:spcPts val="0"/>
              </a:spcAft>
              <a:buSzPts val="1400"/>
              <a:buChar char="○"/>
              <a:defRPr/>
            </a:lvl2pPr>
            <a:lvl3pPr indent="-317500" lvl="2" marL="1371600" algn="ctr">
              <a:lnSpc>
                <a:spcPct val="115000"/>
              </a:lnSpc>
              <a:spcBef>
                <a:spcPts val="0"/>
              </a:spcBef>
              <a:spcAft>
                <a:spcPts val="0"/>
              </a:spcAft>
              <a:buSzPts val="1400"/>
              <a:buChar char="■"/>
              <a:defRPr/>
            </a:lvl3pPr>
            <a:lvl4pPr indent="-317500" lvl="3" marL="1828800" algn="ctr">
              <a:lnSpc>
                <a:spcPct val="115000"/>
              </a:lnSpc>
              <a:spcBef>
                <a:spcPts val="0"/>
              </a:spcBef>
              <a:spcAft>
                <a:spcPts val="0"/>
              </a:spcAft>
              <a:buSzPts val="1400"/>
              <a:buChar char="●"/>
              <a:defRPr/>
            </a:lvl4pPr>
            <a:lvl5pPr indent="-317500" lvl="4" marL="2286000" algn="ctr">
              <a:lnSpc>
                <a:spcPct val="115000"/>
              </a:lnSpc>
              <a:spcBef>
                <a:spcPts val="0"/>
              </a:spcBef>
              <a:spcAft>
                <a:spcPts val="0"/>
              </a:spcAft>
              <a:buSzPts val="1400"/>
              <a:buChar char="○"/>
              <a:defRPr/>
            </a:lvl5pPr>
            <a:lvl6pPr indent="-317500" lvl="5" marL="2743200" algn="ctr">
              <a:lnSpc>
                <a:spcPct val="115000"/>
              </a:lnSpc>
              <a:spcBef>
                <a:spcPts val="0"/>
              </a:spcBef>
              <a:spcAft>
                <a:spcPts val="0"/>
              </a:spcAft>
              <a:buSzPts val="1400"/>
              <a:buChar char="■"/>
              <a:defRPr/>
            </a:lvl6pPr>
            <a:lvl7pPr indent="-317500" lvl="6" marL="3200400" algn="ctr">
              <a:lnSpc>
                <a:spcPct val="115000"/>
              </a:lnSpc>
              <a:spcBef>
                <a:spcPts val="0"/>
              </a:spcBef>
              <a:spcAft>
                <a:spcPts val="0"/>
              </a:spcAft>
              <a:buSzPts val="1400"/>
              <a:buChar char="●"/>
              <a:defRPr/>
            </a:lvl7pPr>
            <a:lvl8pPr indent="-317500" lvl="7" marL="3657600" algn="ctr">
              <a:lnSpc>
                <a:spcPct val="115000"/>
              </a:lnSpc>
              <a:spcBef>
                <a:spcPts val="0"/>
              </a:spcBef>
              <a:spcAft>
                <a:spcPts val="0"/>
              </a:spcAft>
              <a:buSzPts val="1400"/>
              <a:buChar char="○"/>
              <a:defRPr/>
            </a:lvl8pPr>
            <a:lvl9pPr indent="-317500" lvl="8" marL="4114800" algn="ctr">
              <a:lnSpc>
                <a:spcPct val="115000"/>
              </a:lnSpc>
              <a:spcBef>
                <a:spcPts val="0"/>
              </a:spcBef>
              <a:spcAft>
                <a:spcPts val="0"/>
              </a:spcAft>
              <a:buSzPts val="1400"/>
              <a:buChar char="■"/>
              <a:defRPr/>
            </a:lvl9pPr>
          </a:lstStyle>
          <a:p/>
        </p:txBody>
      </p:sp>
      <p:sp>
        <p:nvSpPr>
          <p:cNvPr id="47" name="Google Shape;47;p5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5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4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9pPr>
          </a:lstStyle>
          <a:p/>
        </p:txBody>
      </p:sp>
      <p:sp>
        <p:nvSpPr>
          <p:cNvPr id="7" name="Google Shape;7;p4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marR="0" rtl="0" algn="l">
              <a:lnSpc>
                <a:spcPct val="115000"/>
              </a:lnSpc>
              <a:spcBef>
                <a:spcPts val="0"/>
              </a:spcBef>
              <a:spcAft>
                <a:spcPts val="0"/>
              </a:spcAft>
              <a:buClr>
                <a:schemeClr val="dk2"/>
              </a:buClr>
              <a:buSzPts val="1800"/>
              <a:buFont typeface="Arial"/>
              <a:buChar char="●"/>
              <a:defRPr b="0" i="0" sz="1800" u="none" cap="none" strike="noStrike">
                <a:solidFill>
                  <a:schemeClr val="dk2"/>
                </a:solidFill>
                <a:latin typeface="Arial"/>
                <a:ea typeface="Arial"/>
                <a:cs typeface="Arial"/>
                <a:sym typeface="Arial"/>
              </a:defRPr>
            </a:lvl1pPr>
            <a:lvl2pPr indent="-317500" lvl="1" marL="914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2pPr>
            <a:lvl3pPr indent="-317500" lvl="2" marL="1371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3pPr>
            <a:lvl4pPr indent="-317500" lvl="3" marL="1828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4pPr>
            <a:lvl5pPr indent="-317500" lvl="4" marL="22860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5pPr>
            <a:lvl6pPr indent="-317500" lvl="5" marL="27432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6pPr>
            <a:lvl7pPr indent="-317500" lvl="6" marL="3200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7pPr>
            <a:lvl8pPr indent="-317500" lvl="7" marL="3657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8pPr>
            <a:lvl9pPr indent="-317500" lvl="8" marL="4114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9pPr>
          </a:lstStyle>
          <a:p/>
        </p:txBody>
      </p:sp>
      <p:sp>
        <p:nvSpPr>
          <p:cNvPr id="8" name="Google Shape;8;p4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419"/>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9.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2.png"/><Relationship Id="rId4" Type="http://schemas.openxmlformats.org/officeDocument/2006/relationships/image" Target="../media/image7.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2.png"/><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2.png"/><Relationship Id="rId4" Type="http://schemas.openxmlformats.org/officeDocument/2006/relationships/image" Target="../media/image6.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2.png"/><Relationship Id="rId4" Type="http://schemas.openxmlformats.org/officeDocument/2006/relationships/image" Target="../media/image5.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2.png"/><Relationship Id="rId4" Type="http://schemas.openxmlformats.org/officeDocument/2006/relationships/image" Target="../media/image4.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2.png"/><Relationship Id="rId4" Type="http://schemas.openxmlformats.org/officeDocument/2006/relationships/image" Target="../media/image8.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
          <p:cNvSpPr txBox="1"/>
          <p:nvPr>
            <p:ph type="ctrTitle"/>
          </p:nvPr>
        </p:nvSpPr>
        <p:spPr>
          <a:xfrm>
            <a:off x="341275" y="2229550"/>
            <a:ext cx="8520600" cy="1265400"/>
          </a:xfrm>
          <a:prstGeom prst="rect">
            <a:avLst/>
          </a:prstGeom>
          <a:noFill/>
          <a:ln>
            <a:noFill/>
          </a:ln>
        </p:spPr>
        <p:txBody>
          <a:bodyPr anchorCtr="0" anchor="b" bIns="91425" lIns="91425" spcFirstLastPara="1" rIns="91425" wrap="square" tIns="91425">
            <a:normAutofit fontScale="90000"/>
          </a:bodyPr>
          <a:lstStyle/>
          <a:p>
            <a:pPr indent="0" lvl="0" marL="0" rtl="0" algn="ctr">
              <a:lnSpc>
                <a:spcPct val="115000"/>
              </a:lnSpc>
              <a:spcBef>
                <a:spcPts val="1200"/>
              </a:spcBef>
              <a:spcAft>
                <a:spcPts val="0"/>
              </a:spcAft>
              <a:buSzPct val="262626"/>
              <a:buNone/>
            </a:pPr>
            <a:r>
              <a:t/>
            </a:r>
            <a:endParaRPr sz="2200">
              <a:latin typeface="Times New Roman"/>
              <a:ea typeface="Times New Roman"/>
              <a:cs typeface="Times New Roman"/>
              <a:sym typeface="Times New Roman"/>
            </a:endParaRPr>
          </a:p>
          <a:p>
            <a:pPr indent="0" lvl="0" marL="0" rtl="0" algn="ctr">
              <a:lnSpc>
                <a:spcPct val="115000"/>
              </a:lnSpc>
              <a:spcBef>
                <a:spcPts val="1200"/>
              </a:spcBef>
              <a:spcAft>
                <a:spcPts val="0"/>
              </a:spcAft>
              <a:buSzPct val="218524"/>
              <a:buNone/>
            </a:pPr>
            <a:r>
              <a:rPr b="1" lang="es-419" sz="2644">
                <a:latin typeface="Times New Roman"/>
                <a:ea typeface="Times New Roman"/>
                <a:cs typeface="Times New Roman"/>
                <a:sym typeface="Times New Roman"/>
              </a:rPr>
              <a:t>Industrias Alimenticias Pronavid S.A.S</a:t>
            </a:r>
            <a:endParaRPr b="1" sz="2644">
              <a:latin typeface="Times New Roman"/>
              <a:ea typeface="Times New Roman"/>
              <a:cs typeface="Times New Roman"/>
              <a:sym typeface="Times New Roman"/>
            </a:endParaRPr>
          </a:p>
          <a:p>
            <a:pPr indent="0" lvl="0" marL="0" rtl="0" algn="ctr">
              <a:lnSpc>
                <a:spcPct val="115000"/>
              </a:lnSpc>
              <a:spcBef>
                <a:spcPts val="1200"/>
              </a:spcBef>
              <a:spcAft>
                <a:spcPts val="0"/>
              </a:spcAft>
              <a:buSzPct val="218524"/>
              <a:buNone/>
            </a:pPr>
            <a:r>
              <a:rPr b="1" lang="es-419" sz="2644">
                <a:latin typeface="Times New Roman"/>
                <a:ea typeface="Times New Roman"/>
                <a:cs typeface="Times New Roman"/>
                <a:sym typeface="Times New Roman"/>
              </a:rPr>
              <a:t>Gestión de ventas</a:t>
            </a:r>
            <a:endParaRPr b="1" sz="2644">
              <a:latin typeface="Times New Roman"/>
              <a:ea typeface="Times New Roman"/>
              <a:cs typeface="Times New Roman"/>
              <a:sym typeface="Times New Roman"/>
            </a:endParaRPr>
          </a:p>
          <a:p>
            <a:pPr indent="0" lvl="0" marL="0" rtl="0" algn="ctr">
              <a:lnSpc>
                <a:spcPct val="115000"/>
              </a:lnSpc>
              <a:spcBef>
                <a:spcPts val="1200"/>
              </a:spcBef>
              <a:spcAft>
                <a:spcPts val="0"/>
              </a:spcAft>
              <a:buSzPct val="351446"/>
              <a:buNone/>
            </a:pPr>
            <a:r>
              <a:t/>
            </a:r>
            <a:endParaRPr b="1" sz="1644">
              <a:latin typeface="Times New Roman"/>
              <a:ea typeface="Times New Roman"/>
              <a:cs typeface="Times New Roman"/>
              <a:sym typeface="Times New Roman"/>
            </a:endParaRPr>
          </a:p>
          <a:p>
            <a:pPr indent="0" lvl="0" marL="0" rtl="0" algn="ctr">
              <a:lnSpc>
                <a:spcPct val="100000"/>
              </a:lnSpc>
              <a:spcBef>
                <a:spcPts val="1200"/>
              </a:spcBef>
              <a:spcAft>
                <a:spcPts val="0"/>
              </a:spcAft>
              <a:buSzPct val="111111"/>
              <a:buNone/>
            </a:pPr>
            <a:r>
              <a:t/>
            </a:r>
            <a:endParaRPr>
              <a:latin typeface="Times New Roman"/>
              <a:ea typeface="Times New Roman"/>
              <a:cs typeface="Times New Roman"/>
              <a:sym typeface="Times New Roman"/>
            </a:endParaRPr>
          </a:p>
        </p:txBody>
      </p:sp>
      <p:sp>
        <p:nvSpPr>
          <p:cNvPr id="55" name="Google Shape;55;p1"/>
          <p:cNvSpPr txBox="1"/>
          <p:nvPr>
            <p:ph idx="1" type="subTitle"/>
          </p:nvPr>
        </p:nvSpPr>
        <p:spPr>
          <a:xfrm>
            <a:off x="311700" y="2922825"/>
            <a:ext cx="8520600" cy="1489200"/>
          </a:xfrm>
          <a:prstGeom prst="rect">
            <a:avLst/>
          </a:prstGeom>
          <a:noFill/>
          <a:ln>
            <a:noFill/>
          </a:ln>
        </p:spPr>
        <p:txBody>
          <a:bodyPr anchorCtr="0" anchor="t" bIns="91425" lIns="91425" spcFirstLastPara="1" rIns="91425" wrap="square" tIns="91425">
            <a:normAutofit fontScale="85000" lnSpcReduction="20000"/>
          </a:bodyPr>
          <a:lstStyle/>
          <a:p>
            <a:pPr indent="0" lvl="0" marL="0" rtl="0" algn="l">
              <a:lnSpc>
                <a:spcPct val="115000"/>
              </a:lnSpc>
              <a:spcBef>
                <a:spcPts val="1200"/>
              </a:spcBef>
              <a:spcAft>
                <a:spcPts val="1200"/>
              </a:spcAft>
              <a:buClr>
                <a:schemeClr val="dk1"/>
              </a:buClr>
              <a:buSzPct val="91666"/>
              <a:buFont typeface="Arial"/>
              <a:buNone/>
            </a:pPr>
            <a:r>
              <a:rPr lang="es-419" sz="1200">
                <a:solidFill>
                  <a:schemeClr val="dk1"/>
                </a:solidFill>
                <a:latin typeface="Times New Roman"/>
                <a:ea typeface="Times New Roman"/>
                <a:cs typeface="Times New Roman"/>
                <a:sym typeface="Times New Roman"/>
              </a:rPr>
              <a:t> </a:t>
            </a:r>
            <a:r>
              <a:rPr lang="es-419" sz="2550">
                <a:solidFill>
                  <a:schemeClr val="dk1"/>
                </a:solidFill>
                <a:latin typeface="Times New Roman"/>
                <a:ea typeface="Times New Roman"/>
                <a:cs typeface="Times New Roman"/>
                <a:sym typeface="Times New Roman"/>
              </a:rPr>
              <a:t>Jhon Alexander Merchan Trujillo</a:t>
            </a:r>
            <a:br>
              <a:rPr lang="es-419" sz="2550">
                <a:solidFill>
                  <a:schemeClr val="dk1"/>
                </a:solidFill>
                <a:latin typeface="Times New Roman"/>
                <a:ea typeface="Times New Roman"/>
                <a:cs typeface="Times New Roman"/>
                <a:sym typeface="Times New Roman"/>
              </a:rPr>
            </a:br>
            <a:r>
              <a:rPr lang="es-419" sz="2550">
                <a:solidFill>
                  <a:schemeClr val="dk1"/>
                </a:solidFill>
                <a:latin typeface="Times New Roman"/>
                <a:ea typeface="Times New Roman"/>
                <a:cs typeface="Times New Roman"/>
                <a:sym typeface="Times New Roman"/>
              </a:rPr>
              <a:t> Juan Sebastián Espinosa Misas</a:t>
            </a:r>
            <a:br>
              <a:rPr lang="es-419" sz="2550">
                <a:solidFill>
                  <a:schemeClr val="dk1"/>
                </a:solidFill>
                <a:latin typeface="Times New Roman"/>
                <a:ea typeface="Times New Roman"/>
                <a:cs typeface="Times New Roman"/>
                <a:sym typeface="Times New Roman"/>
              </a:rPr>
            </a:br>
            <a:r>
              <a:rPr lang="es-419" sz="2550">
                <a:solidFill>
                  <a:schemeClr val="dk1"/>
                </a:solidFill>
                <a:latin typeface="Times New Roman"/>
                <a:ea typeface="Times New Roman"/>
                <a:cs typeface="Times New Roman"/>
                <a:sym typeface="Times New Roman"/>
              </a:rPr>
              <a:t> Juan Benjamín Santos Gonzales</a:t>
            </a:r>
            <a:br>
              <a:rPr lang="es-419" sz="2550">
                <a:solidFill>
                  <a:schemeClr val="dk1"/>
                </a:solidFill>
                <a:latin typeface="Times New Roman"/>
                <a:ea typeface="Times New Roman"/>
                <a:cs typeface="Times New Roman"/>
                <a:sym typeface="Times New Roman"/>
              </a:rPr>
            </a:br>
            <a:r>
              <a:rPr lang="es-419" sz="2550">
                <a:solidFill>
                  <a:schemeClr val="dk1"/>
                </a:solidFill>
                <a:latin typeface="Times New Roman"/>
                <a:ea typeface="Times New Roman"/>
                <a:cs typeface="Times New Roman"/>
                <a:sym typeface="Times New Roman"/>
              </a:rPr>
              <a:t> Jhosuaht Julián Rojas Castañeda</a:t>
            </a:r>
            <a:endParaRPr sz="2550">
              <a:latin typeface="Times New Roman"/>
              <a:ea typeface="Times New Roman"/>
              <a:cs typeface="Times New Roman"/>
              <a:sym typeface="Times New Roman"/>
            </a:endParaRPr>
          </a:p>
        </p:txBody>
      </p:sp>
      <p:pic>
        <p:nvPicPr>
          <p:cNvPr id="56" name="Google Shape;56;p1"/>
          <p:cNvPicPr preferRelativeResize="0"/>
          <p:nvPr/>
        </p:nvPicPr>
        <p:blipFill rotWithShape="1">
          <a:blip r:embed="rId3">
            <a:alphaModFix/>
          </a:blip>
          <a:srcRect b="0" l="0" r="0" t="0"/>
          <a:stretch/>
        </p:blipFill>
        <p:spPr>
          <a:xfrm>
            <a:off x="4341625" y="2845825"/>
            <a:ext cx="4681274" cy="1566200"/>
          </a:xfrm>
          <a:prstGeom prst="rect">
            <a:avLst/>
          </a:prstGeom>
          <a:noFill/>
          <a:ln>
            <a:noFill/>
          </a:ln>
        </p:spPr>
      </p:pic>
      <p:pic>
        <p:nvPicPr>
          <p:cNvPr id="57" name="Google Shape;57;p1"/>
          <p:cNvPicPr preferRelativeResize="0"/>
          <p:nvPr/>
        </p:nvPicPr>
        <p:blipFill rotWithShape="1">
          <a:blip r:embed="rId4">
            <a:alphaModFix/>
          </a:blip>
          <a:srcRect b="0" l="0" r="0" t="0"/>
          <a:stretch/>
        </p:blipFill>
        <p:spPr>
          <a:xfrm>
            <a:off x="8271325" y="179125"/>
            <a:ext cx="751575" cy="73485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 name="Shape 61"/>
        <p:cNvGrpSpPr/>
        <p:nvPr/>
      </p:nvGrpSpPr>
      <p:grpSpPr>
        <a:xfrm>
          <a:off x="0" y="0"/>
          <a:ext cx="0" cy="0"/>
          <a:chOff x="0" y="0"/>
          <a:chExt cx="0" cy="0"/>
        </a:xfrm>
      </p:grpSpPr>
      <p:sp>
        <p:nvSpPr>
          <p:cNvPr id="62" name="Google Shape;62;p2"/>
          <p:cNvSpPr txBox="1"/>
          <p:nvPr>
            <p:ph type="title"/>
          </p:nvPr>
        </p:nvSpPr>
        <p:spPr>
          <a:xfrm>
            <a:off x="311700" y="430525"/>
            <a:ext cx="8520600" cy="572700"/>
          </a:xfrm>
          <a:prstGeom prst="rect">
            <a:avLst/>
          </a:prstGeom>
          <a:noFill/>
          <a:ln>
            <a:noFill/>
          </a:ln>
        </p:spPr>
        <p:txBody>
          <a:bodyPr anchorCtr="0" anchor="t" bIns="91425" lIns="91425" spcFirstLastPara="1" rIns="91425" wrap="square" tIns="91425">
            <a:normAutofit fontScale="90000"/>
          </a:bodyPr>
          <a:lstStyle/>
          <a:p>
            <a:pPr indent="-355649" lvl="0" marL="457200" rtl="0" algn="l">
              <a:lnSpc>
                <a:spcPct val="100000"/>
              </a:lnSpc>
              <a:spcBef>
                <a:spcPts val="0"/>
              </a:spcBef>
              <a:spcAft>
                <a:spcPts val="0"/>
              </a:spcAft>
              <a:buSzPct val="100000"/>
              <a:buFont typeface="Times New Roman"/>
              <a:buAutoNum type="arabicPeriod"/>
            </a:pPr>
            <a:r>
              <a:rPr b="1" lang="es-419" sz="2222">
                <a:highlight>
                  <a:srgbClr val="FFFFFF"/>
                </a:highlight>
                <a:latin typeface="Times New Roman"/>
                <a:ea typeface="Times New Roman"/>
                <a:cs typeface="Times New Roman"/>
                <a:sym typeface="Times New Roman"/>
              </a:rPr>
              <a:t>Planteamiento problema</a:t>
            </a:r>
            <a:endParaRPr b="1" sz="2222">
              <a:highlight>
                <a:srgbClr val="FFFFFF"/>
              </a:highlight>
              <a:latin typeface="Times New Roman"/>
              <a:ea typeface="Times New Roman"/>
              <a:cs typeface="Times New Roman"/>
              <a:sym typeface="Times New Roman"/>
            </a:endParaRPr>
          </a:p>
          <a:p>
            <a:pPr indent="0" lvl="0" marL="0" rtl="0" algn="l">
              <a:lnSpc>
                <a:spcPct val="100000"/>
              </a:lnSpc>
              <a:spcBef>
                <a:spcPts val="0"/>
              </a:spcBef>
              <a:spcAft>
                <a:spcPts val="0"/>
              </a:spcAft>
              <a:buClr>
                <a:schemeClr val="dk1"/>
              </a:buClr>
              <a:buSzPct val="100000"/>
              <a:buFont typeface="Arial"/>
              <a:buNone/>
            </a:pPr>
            <a:r>
              <a:t/>
            </a:r>
            <a:endParaRPr sz="1100">
              <a:latin typeface="Times New Roman"/>
              <a:ea typeface="Times New Roman"/>
              <a:cs typeface="Times New Roman"/>
              <a:sym typeface="Times New Roman"/>
            </a:endParaRPr>
          </a:p>
          <a:p>
            <a:pPr indent="0" lvl="0" marL="0" rtl="0" algn="l">
              <a:lnSpc>
                <a:spcPct val="100000"/>
              </a:lnSpc>
              <a:spcBef>
                <a:spcPts val="0"/>
              </a:spcBef>
              <a:spcAft>
                <a:spcPts val="0"/>
              </a:spcAft>
              <a:buSzPct val="111111"/>
              <a:buNone/>
            </a:pPr>
            <a:r>
              <a:t/>
            </a:r>
            <a:endParaRPr>
              <a:latin typeface="Times New Roman"/>
              <a:ea typeface="Times New Roman"/>
              <a:cs typeface="Times New Roman"/>
              <a:sym typeface="Times New Roman"/>
            </a:endParaRPr>
          </a:p>
        </p:txBody>
      </p:sp>
      <p:sp>
        <p:nvSpPr>
          <p:cNvPr id="63" name="Google Shape;63;p2"/>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fontScale="25000" lnSpcReduction="20000"/>
          </a:bodyPr>
          <a:lstStyle/>
          <a:p>
            <a:pPr indent="0" lvl="0" marL="0" rtl="0" algn="l">
              <a:lnSpc>
                <a:spcPct val="115000"/>
              </a:lnSpc>
              <a:spcBef>
                <a:spcPts val="1200"/>
              </a:spcBef>
              <a:spcAft>
                <a:spcPts val="0"/>
              </a:spcAft>
              <a:buClr>
                <a:schemeClr val="dk1"/>
              </a:buClr>
              <a:buSzPts val="275"/>
              <a:buFont typeface="Arial"/>
              <a:buNone/>
            </a:pPr>
            <a:r>
              <a:rPr lang="es-419" sz="5900">
                <a:solidFill>
                  <a:schemeClr val="dk1"/>
                </a:solidFill>
                <a:latin typeface="Times New Roman"/>
                <a:ea typeface="Times New Roman"/>
                <a:cs typeface="Times New Roman"/>
                <a:sym typeface="Times New Roman"/>
              </a:rPr>
              <a:t>Industrias Alimenticias Pronavid S.A.S., ubicada en la localidad de Kennedy y dedicada a la producción y venta de productos como cereales, galletas y turrones, enfrenta serias dificultades en la gestión de su proceso de ventas, ya que actualmente opera de forma manual mediante hojas de cálculo, llamadas y mensajes por WhatsApp.</a:t>
            </a:r>
            <a:endParaRPr sz="5900">
              <a:solidFill>
                <a:schemeClr val="dk1"/>
              </a:solidFill>
              <a:latin typeface="Times New Roman"/>
              <a:ea typeface="Times New Roman"/>
              <a:cs typeface="Times New Roman"/>
              <a:sym typeface="Times New Roman"/>
            </a:endParaRPr>
          </a:p>
          <a:p>
            <a:pPr indent="0" lvl="0" marL="0" rtl="0" algn="l">
              <a:lnSpc>
                <a:spcPct val="115000"/>
              </a:lnSpc>
              <a:spcBef>
                <a:spcPts val="1200"/>
              </a:spcBef>
              <a:spcAft>
                <a:spcPts val="0"/>
              </a:spcAft>
              <a:buClr>
                <a:schemeClr val="dk1"/>
              </a:buClr>
              <a:buSzPts val="275"/>
              <a:buFont typeface="Arial"/>
              <a:buNone/>
            </a:pPr>
            <a:r>
              <a:rPr lang="es-419" sz="5900">
                <a:solidFill>
                  <a:schemeClr val="dk1"/>
                </a:solidFill>
                <a:latin typeface="Times New Roman"/>
                <a:ea typeface="Times New Roman"/>
                <a:cs typeface="Times New Roman"/>
                <a:sym typeface="Times New Roman"/>
              </a:rPr>
              <a:t>Este método desorganizado ha generado múltiples problemas:</a:t>
            </a:r>
            <a:endParaRPr sz="5900">
              <a:solidFill>
                <a:schemeClr val="dk1"/>
              </a:solidFill>
              <a:latin typeface="Times New Roman"/>
              <a:ea typeface="Times New Roman"/>
              <a:cs typeface="Times New Roman"/>
              <a:sym typeface="Times New Roman"/>
            </a:endParaRPr>
          </a:p>
          <a:p>
            <a:pPr indent="-322262" lvl="0" marL="457200" rtl="0" algn="l">
              <a:lnSpc>
                <a:spcPct val="115000"/>
              </a:lnSpc>
              <a:spcBef>
                <a:spcPts val="1200"/>
              </a:spcBef>
              <a:spcAft>
                <a:spcPts val="0"/>
              </a:spcAft>
              <a:buClr>
                <a:schemeClr val="dk1"/>
              </a:buClr>
              <a:buSzPct val="100000"/>
              <a:buFont typeface="Times New Roman"/>
              <a:buChar char="●"/>
            </a:pPr>
            <a:r>
              <a:rPr lang="es-419" sz="5900">
                <a:solidFill>
                  <a:schemeClr val="dk1"/>
                </a:solidFill>
                <a:latin typeface="Times New Roman"/>
                <a:ea typeface="Times New Roman"/>
                <a:cs typeface="Times New Roman"/>
                <a:sym typeface="Times New Roman"/>
              </a:rPr>
              <a:t>Errores en los registros de los pedidos.</a:t>
            </a:r>
            <a:br>
              <a:rPr lang="es-419" sz="5900">
                <a:solidFill>
                  <a:schemeClr val="dk1"/>
                </a:solidFill>
                <a:latin typeface="Times New Roman"/>
                <a:ea typeface="Times New Roman"/>
                <a:cs typeface="Times New Roman"/>
                <a:sym typeface="Times New Roman"/>
              </a:rPr>
            </a:br>
            <a:endParaRPr sz="5900">
              <a:solidFill>
                <a:schemeClr val="dk1"/>
              </a:solidFill>
              <a:latin typeface="Times New Roman"/>
              <a:ea typeface="Times New Roman"/>
              <a:cs typeface="Times New Roman"/>
              <a:sym typeface="Times New Roman"/>
            </a:endParaRPr>
          </a:p>
          <a:p>
            <a:pPr indent="-322262" lvl="0" marL="457200" rtl="0" algn="l">
              <a:lnSpc>
                <a:spcPct val="115000"/>
              </a:lnSpc>
              <a:spcBef>
                <a:spcPts val="0"/>
              </a:spcBef>
              <a:spcAft>
                <a:spcPts val="0"/>
              </a:spcAft>
              <a:buClr>
                <a:schemeClr val="dk1"/>
              </a:buClr>
              <a:buSzPct val="100000"/>
              <a:buFont typeface="Times New Roman"/>
              <a:buChar char="●"/>
            </a:pPr>
            <a:r>
              <a:rPr lang="es-419" sz="5900">
                <a:solidFill>
                  <a:schemeClr val="dk1"/>
                </a:solidFill>
                <a:latin typeface="Times New Roman"/>
                <a:ea typeface="Times New Roman"/>
                <a:cs typeface="Times New Roman"/>
                <a:sym typeface="Times New Roman"/>
              </a:rPr>
              <a:t>Pérdida de información.</a:t>
            </a:r>
            <a:br>
              <a:rPr lang="es-419" sz="5900">
                <a:solidFill>
                  <a:schemeClr val="dk1"/>
                </a:solidFill>
                <a:latin typeface="Times New Roman"/>
                <a:ea typeface="Times New Roman"/>
                <a:cs typeface="Times New Roman"/>
                <a:sym typeface="Times New Roman"/>
              </a:rPr>
            </a:br>
            <a:endParaRPr sz="5900">
              <a:solidFill>
                <a:schemeClr val="dk1"/>
              </a:solidFill>
              <a:latin typeface="Times New Roman"/>
              <a:ea typeface="Times New Roman"/>
              <a:cs typeface="Times New Roman"/>
              <a:sym typeface="Times New Roman"/>
            </a:endParaRPr>
          </a:p>
          <a:p>
            <a:pPr indent="-322262" lvl="0" marL="457200" rtl="0" algn="l">
              <a:lnSpc>
                <a:spcPct val="115000"/>
              </a:lnSpc>
              <a:spcBef>
                <a:spcPts val="0"/>
              </a:spcBef>
              <a:spcAft>
                <a:spcPts val="0"/>
              </a:spcAft>
              <a:buClr>
                <a:schemeClr val="dk1"/>
              </a:buClr>
              <a:buSzPct val="100000"/>
              <a:buFont typeface="Times New Roman"/>
              <a:buChar char="●"/>
            </a:pPr>
            <a:r>
              <a:rPr lang="es-419" sz="5900">
                <a:solidFill>
                  <a:schemeClr val="dk1"/>
                </a:solidFill>
                <a:latin typeface="Times New Roman"/>
                <a:ea typeface="Times New Roman"/>
                <a:cs typeface="Times New Roman"/>
                <a:sym typeface="Times New Roman"/>
              </a:rPr>
              <a:t>Falta de seguimiento a pedidos.</a:t>
            </a:r>
            <a:br>
              <a:rPr lang="es-419" sz="5900">
                <a:solidFill>
                  <a:schemeClr val="dk1"/>
                </a:solidFill>
                <a:latin typeface="Times New Roman"/>
                <a:ea typeface="Times New Roman"/>
                <a:cs typeface="Times New Roman"/>
                <a:sym typeface="Times New Roman"/>
              </a:rPr>
            </a:br>
            <a:endParaRPr sz="5900">
              <a:solidFill>
                <a:schemeClr val="dk1"/>
              </a:solidFill>
              <a:latin typeface="Times New Roman"/>
              <a:ea typeface="Times New Roman"/>
              <a:cs typeface="Times New Roman"/>
              <a:sym typeface="Times New Roman"/>
            </a:endParaRPr>
          </a:p>
          <a:p>
            <a:pPr indent="0" lvl="0" marL="0" rtl="0" algn="l">
              <a:lnSpc>
                <a:spcPct val="115000"/>
              </a:lnSpc>
              <a:spcBef>
                <a:spcPts val="1200"/>
              </a:spcBef>
              <a:spcAft>
                <a:spcPts val="0"/>
              </a:spcAft>
              <a:buClr>
                <a:schemeClr val="dk1"/>
              </a:buClr>
              <a:buSzPts val="275"/>
              <a:buFont typeface="Arial"/>
              <a:buNone/>
            </a:pPr>
            <a:r>
              <a:t/>
            </a:r>
            <a:endParaRPr sz="5900">
              <a:solidFill>
                <a:schemeClr val="dk1"/>
              </a:solidFill>
              <a:latin typeface="Times New Roman"/>
              <a:ea typeface="Times New Roman"/>
              <a:cs typeface="Times New Roman"/>
              <a:sym typeface="Times New Roman"/>
            </a:endParaRPr>
          </a:p>
          <a:p>
            <a:pPr indent="0" lvl="0" marL="0" rtl="0" algn="l">
              <a:lnSpc>
                <a:spcPct val="115000"/>
              </a:lnSpc>
              <a:spcBef>
                <a:spcPts val="1200"/>
              </a:spcBef>
              <a:spcAft>
                <a:spcPts val="0"/>
              </a:spcAft>
              <a:buClr>
                <a:schemeClr val="dk1"/>
              </a:buClr>
              <a:buSzPts val="275"/>
              <a:buFont typeface="Arial"/>
              <a:buNone/>
            </a:pPr>
            <a:r>
              <a:t/>
            </a:r>
            <a:endParaRPr b="1" sz="5500">
              <a:solidFill>
                <a:schemeClr val="dk1"/>
              </a:solidFill>
              <a:latin typeface="Times New Roman"/>
              <a:ea typeface="Times New Roman"/>
              <a:cs typeface="Times New Roman"/>
              <a:sym typeface="Times New Roman"/>
            </a:endParaRPr>
          </a:p>
          <a:p>
            <a:pPr indent="0" lvl="0" marL="0" rtl="0" algn="l">
              <a:lnSpc>
                <a:spcPct val="115000"/>
              </a:lnSpc>
              <a:spcBef>
                <a:spcPts val="1200"/>
              </a:spcBef>
              <a:spcAft>
                <a:spcPts val="0"/>
              </a:spcAft>
              <a:buClr>
                <a:schemeClr val="dk1"/>
              </a:buClr>
              <a:buSzPct val="50000"/>
              <a:buFont typeface="Arial"/>
              <a:buNone/>
            </a:pPr>
            <a:r>
              <a:t/>
            </a:r>
            <a:endParaRPr b="1" sz="2200">
              <a:solidFill>
                <a:schemeClr val="dk1"/>
              </a:solidFill>
              <a:latin typeface="Times New Roman"/>
              <a:ea typeface="Times New Roman"/>
              <a:cs typeface="Times New Roman"/>
              <a:sym typeface="Times New Roman"/>
            </a:endParaRPr>
          </a:p>
          <a:p>
            <a:pPr indent="0" lvl="0" marL="0" rtl="0" algn="l">
              <a:lnSpc>
                <a:spcPct val="115000"/>
              </a:lnSpc>
              <a:spcBef>
                <a:spcPts val="1200"/>
              </a:spcBef>
              <a:spcAft>
                <a:spcPts val="1200"/>
              </a:spcAft>
              <a:buClr>
                <a:srgbClr val="000000"/>
              </a:buClr>
              <a:buSzPct val="91666"/>
              <a:buFont typeface="Arial"/>
              <a:buNone/>
            </a:pPr>
            <a:r>
              <a:t/>
            </a:r>
            <a:endParaRPr sz="1200">
              <a:solidFill>
                <a:schemeClr val="dk1"/>
              </a:solidFill>
            </a:endParaRPr>
          </a:p>
        </p:txBody>
      </p:sp>
      <p:pic>
        <p:nvPicPr>
          <p:cNvPr id="64" name="Google Shape;64;p2"/>
          <p:cNvPicPr preferRelativeResize="0"/>
          <p:nvPr/>
        </p:nvPicPr>
        <p:blipFill rotWithShape="1">
          <a:blip r:embed="rId3">
            <a:alphaModFix/>
          </a:blip>
          <a:srcRect b="0" l="0" r="0" t="0"/>
          <a:stretch/>
        </p:blipFill>
        <p:spPr>
          <a:xfrm>
            <a:off x="8271325" y="179125"/>
            <a:ext cx="751575" cy="73485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 name="Shape 68"/>
        <p:cNvGrpSpPr/>
        <p:nvPr/>
      </p:nvGrpSpPr>
      <p:grpSpPr>
        <a:xfrm>
          <a:off x="0" y="0"/>
          <a:ext cx="0" cy="0"/>
          <a:chOff x="0" y="0"/>
          <a:chExt cx="0" cy="0"/>
        </a:xfrm>
      </p:grpSpPr>
      <p:sp>
        <p:nvSpPr>
          <p:cNvPr id="69" name="Google Shape;69;p3"/>
          <p:cNvSpPr txBox="1"/>
          <p:nvPr>
            <p:ph type="title"/>
          </p:nvPr>
        </p:nvSpPr>
        <p:spPr>
          <a:xfrm>
            <a:off x="311700" y="260200"/>
            <a:ext cx="30681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Clr>
                <a:schemeClr val="dk1"/>
              </a:buClr>
              <a:buSzPct val="41250"/>
              <a:buFont typeface="Arial"/>
              <a:buNone/>
            </a:pPr>
            <a:r>
              <a:rPr b="1" lang="es-419" sz="2666">
                <a:highlight>
                  <a:srgbClr val="FFFFFF"/>
                </a:highlight>
                <a:latin typeface="Times New Roman"/>
                <a:ea typeface="Times New Roman"/>
                <a:cs typeface="Times New Roman"/>
                <a:sym typeface="Times New Roman"/>
              </a:rPr>
              <a:t>2. Pregunta problema</a:t>
            </a:r>
            <a:endParaRPr b="1" sz="2666">
              <a:highlight>
                <a:srgbClr val="FFFFFF"/>
              </a:highlight>
              <a:latin typeface="Times New Roman"/>
              <a:ea typeface="Times New Roman"/>
              <a:cs typeface="Times New Roman"/>
              <a:sym typeface="Times New Roman"/>
            </a:endParaRPr>
          </a:p>
          <a:p>
            <a:pPr indent="0" lvl="0" marL="0" rtl="0" algn="l">
              <a:lnSpc>
                <a:spcPct val="100000"/>
              </a:lnSpc>
              <a:spcBef>
                <a:spcPts val="0"/>
              </a:spcBef>
              <a:spcAft>
                <a:spcPts val="0"/>
              </a:spcAft>
              <a:buClr>
                <a:schemeClr val="dk1"/>
              </a:buClr>
              <a:buSzPct val="100000"/>
              <a:buFont typeface="Arial"/>
              <a:buNone/>
            </a:pPr>
            <a:r>
              <a:t/>
            </a:r>
            <a:endParaRPr sz="1100">
              <a:latin typeface="Times New Roman"/>
              <a:ea typeface="Times New Roman"/>
              <a:cs typeface="Times New Roman"/>
              <a:sym typeface="Times New Roman"/>
            </a:endParaRPr>
          </a:p>
          <a:p>
            <a:pPr indent="0" lvl="0" marL="0" rtl="0" algn="l">
              <a:lnSpc>
                <a:spcPct val="100000"/>
              </a:lnSpc>
              <a:spcBef>
                <a:spcPts val="0"/>
              </a:spcBef>
              <a:spcAft>
                <a:spcPts val="0"/>
              </a:spcAft>
              <a:buSzPct val="111111"/>
              <a:buNone/>
            </a:pPr>
            <a:r>
              <a:t/>
            </a:r>
            <a:endParaRPr>
              <a:latin typeface="Times New Roman"/>
              <a:ea typeface="Times New Roman"/>
              <a:cs typeface="Times New Roman"/>
              <a:sym typeface="Times New Roman"/>
            </a:endParaRPr>
          </a:p>
        </p:txBody>
      </p:sp>
      <p:sp>
        <p:nvSpPr>
          <p:cNvPr id="70" name="Google Shape;70;p3"/>
          <p:cNvSpPr txBox="1"/>
          <p:nvPr>
            <p:ph idx="1" type="body"/>
          </p:nvPr>
        </p:nvSpPr>
        <p:spPr>
          <a:xfrm>
            <a:off x="311700" y="1619200"/>
            <a:ext cx="3970800" cy="2823300"/>
          </a:xfrm>
          <a:prstGeom prst="rect">
            <a:avLst/>
          </a:prstGeom>
          <a:noFill/>
          <a:ln>
            <a:noFill/>
          </a:ln>
        </p:spPr>
        <p:txBody>
          <a:bodyPr anchorCtr="0" anchor="t" bIns="91425" lIns="91425" spcFirstLastPara="1" rIns="91425" wrap="square" tIns="91425">
            <a:normAutofit fontScale="92500" lnSpcReduction="20000"/>
          </a:bodyPr>
          <a:lstStyle/>
          <a:p>
            <a:pPr indent="0" lvl="0" marL="0" rtl="0" algn="l">
              <a:lnSpc>
                <a:spcPct val="115000"/>
              </a:lnSpc>
              <a:spcBef>
                <a:spcPts val="1200"/>
              </a:spcBef>
              <a:spcAft>
                <a:spcPts val="0"/>
              </a:spcAft>
              <a:buSzPct val="162162"/>
              <a:buNone/>
            </a:pPr>
            <a:r>
              <a:rPr lang="es-419">
                <a:solidFill>
                  <a:schemeClr val="dk1"/>
                </a:solidFill>
                <a:latin typeface="Times New Roman"/>
                <a:ea typeface="Times New Roman"/>
                <a:cs typeface="Times New Roman"/>
                <a:sym typeface="Times New Roman"/>
              </a:rPr>
              <a:t>¿Por qué un sistema de información orientado a la gestión de ventas puede influir positivamente en Industrias Alimenticias Pronavid S.A.S. optimizando la gestión de sus ventas mediante un sistema que permita registrar, controlar y analizar las cotizaciones, pedidos e historial de clientes, mejorando así la eficiencia comercial y la toma de decisiones ?</a:t>
            </a:r>
            <a:endParaRPr sz="1200">
              <a:solidFill>
                <a:schemeClr val="dk1"/>
              </a:solidFill>
              <a:latin typeface="Times New Roman"/>
              <a:ea typeface="Times New Roman"/>
              <a:cs typeface="Times New Roman"/>
              <a:sym typeface="Times New Roman"/>
            </a:endParaRPr>
          </a:p>
          <a:p>
            <a:pPr indent="0" lvl="0" marL="0" rtl="0" algn="l">
              <a:lnSpc>
                <a:spcPct val="115000"/>
              </a:lnSpc>
              <a:spcBef>
                <a:spcPts val="1200"/>
              </a:spcBef>
              <a:spcAft>
                <a:spcPts val="1200"/>
              </a:spcAft>
              <a:buSzPct val="162162"/>
              <a:buNone/>
            </a:pPr>
            <a:r>
              <a:t/>
            </a:r>
            <a:endParaRPr sz="1200">
              <a:solidFill>
                <a:schemeClr val="dk1"/>
              </a:solidFill>
              <a:latin typeface="Times New Roman"/>
              <a:ea typeface="Times New Roman"/>
              <a:cs typeface="Times New Roman"/>
              <a:sym typeface="Times New Roman"/>
            </a:endParaRPr>
          </a:p>
        </p:txBody>
      </p:sp>
      <p:pic>
        <p:nvPicPr>
          <p:cNvPr id="71" name="Google Shape;71;p3"/>
          <p:cNvPicPr preferRelativeResize="0"/>
          <p:nvPr/>
        </p:nvPicPr>
        <p:blipFill rotWithShape="1">
          <a:blip r:embed="rId3">
            <a:alphaModFix/>
          </a:blip>
          <a:srcRect b="0" l="0" r="0" t="0"/>
          <a:stretch/>
        </p:blipFill>
        <p:spPr>
          <a:xfrm>
            <a:off x="8271325" y="179125"/>
            <a:ext cx="751575" cy="734850"/>
          </a:xfrm>
          <a:prstGeom prst="rect">
            <a:avLst/>
          </a:prstGeom>
          <a:noFill/>
          <a:ln>
            <a:noFill/>
          </a:ln>
        </p:spPr>
      </p:pic>
      <p:pic>
        <p:nvPicPr>
          <p:cNvPr id="72" name="Google Shape;72;p3"/>
          <p:cNvPicPr preferRelativeResize="0"/>
          <p:nvPr/>
        </p:nvPicPr>
        <p:blipFill rotWithShape="1">
          <a:blip r:embed="rId4">
            <a:alphaModFix/>
          </a:blip>
          <a:srcRect b="0" l="0" r="0" t="0"/>
          <a:stretch/>
        </p:blipFill>
        <p:spPr>
          <a:xfrm>
            <a:off x="4282500" y="1390438"/>
            <a:ext cx="4776400" cy="2362625"/>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 name="Shape 76"/>
        <p:cNvGrpSpPr/>
        <p:nvPr/>
      </p:nvGrpSpPr>
      <p:grpSpPr>
        <a:xfrm>
          <a:off x="0" y="0"/>
          <a:ext cx="0" cy="0"/>
          <a:chOff x="0" y="0"/>
          <a:chExt cx="0" cy="0"/>
        </a:xfrm>
      </p:grpSpPr>
      <p:sp>
        <p:nvSpPr>
          <p:cNvPr id="77" name="Google Shape;77;p4"/>
          <p:cNvSpPr txBox="1"/>
          <p:nvPr>
            <p:ph type="title"/>
          </p:nvPr>
        </p:nvSpPr>
        <p:spPr>
          <a:xfrm>
            <a:off x="311700" y="430525"/>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rPr b="1" lang="es-419" sz="2000">
                <a:highlight>
                  <a:srgbClr val="FFFFFF"/>
                </a:highlight>
                <a:latin typeface="Times New Roman"/>
                <a:ea typeface="Times New Roman"/>
                <a:cs typeface="Times New Roman"/>
                <a:sym typeface="Times New Roman"/>
              </a:rPr>
              <a:t>3. Objetivo general</a:t>
            </a:r>
            <a:endParaRPr b="1" sz="2000">
              <a:highlight>
                <a:srgbClr val="FFFFFF"/>
              </a:highlight>
              <a:latin typeface="Times New Roman"/>
              <a:ea typeface="Times New Roman"/>
              <a:cs typeface="Times New Roman"/>
              <a:sym typeface="Times New Roman"/>
            </a:endParaRPr>
          </a:p>
          <a:p>
            <a:pPr indent="0" lvl="0" marL="0" rtl="0" algn="l">
              <a:lnSpc>
                <a:spcPct val="100000"/>
              </a:lnSpc>
              <a:spcBef>
                <a:spcPts val="0"/>
              </a:spcBef>
              <a:spcAft>
                <a:spcPts val="0"/>
              </a:spcAft>
              <a:buSzPts val="2800"/>
              <a:buNone/>
            </a:pPr>
            <a:r>
              <a:t/>
            </a:r>
            <a:endParaRPr>
              <a:latin typeface="Times New Roman"/>
              <a:ea typeface="Times New Roman"/>
              <a:cs typeface="Times New Roman"/>
              <a:sym typeface="Times New Roman"/>
            </a:endParaRPr>
          </a:p>
        </p:txBody>
      </p:sp>
      <p:sp>
        <p:nvSpPr>
          <p:cNvPr id="78" name="Google Shape;78;p4"/>
          <p:cNvSpPr txBox="1"/>
          <p:nvPr>
            <p:ph idx="1" type="body"/>
          </p:nvPr>
        </p:nvSpPr>
        <p:spPr>
          <a:xfrm>
            <a:off x="311700" y="1331975"/>
            <a:ext cx="4320000" cy="2839200"/>
          </a:xfrm>
          <a:prstGeom prst="rect">
            <a:avLst/>
          </a:prstGeom>
          <a:noFill/>
          <a:ln>
            <a:noFill/>
          </a:ln>
        </p:spPr>
        <p:txBody>
          <a:bodyPr anchorCtr="0" anchor="t" bIns="91425" lIns="91425" spcFirstLastPara="1" rIns="91425" wrap="square" tIns="91425">
            <a:normAutofit lnSpcReduction="20000"/>
          </a:bodyPr>
          <a:lstStyle/>
          <a:p>
            <a:pPr indent="0" lvl="0" marL="0" rtl="0" algn="l">
              <a:lnSpc>
                <a:spcPct val="115000"/>
              </a:lnSpc>
              <a:spcBef>
                <a:spcPts val="1200"/>
              </a:spcBef>
              <a:spcAft>
                <a:spcPts val="0"/>
              </a:spcAft>
              <a:buClr>
                <a:schemeClr val="dk1"/>
              </a:buClr>
              <a:buSzPts val="1100"/>
              <a:buFont typeface="Arial"/>
              <a:buNone/>
            </a:pPr>
            <a:r>
              <a:rPr lang="es-419">
                <a:solidFill>
                  <a:schemeClr val="dk1"/>
                </a:solidFill>
                <a:latin typeface="Times New Roman"/>
                <a:ea typeface="Times New Roman"/>
                <a:cs typeface="Times New Roman"/>
                <a:sym typeface="Times New Roman"/>
              </a:rPr>
              <a:t>Implementar un sistema de información basado en la gestión de ventas para Industrias Alimenticias Pronavid S.A.S. que permita automatizar el registro de pedidos, controlar cotizaciones y generar reportes comerciales, con el fin de mejorar la eficiencia del proceso de ventas y apoyar la toma de decisiones basada en datos.</a:t>
            </a:r>
            <a:endParaRPr>
              <a:solidFill>
                <a:schemeClr val="dk1"/>
              </a:solidFill>
              <a:latin typeface="Times New Roman"/>
              <a:ea typeface="Times New Roman"/>
              <a:cs typeface="Times New Roman"/>
              <a:sym typeface="Times New Roman"/>
            </a:endParaRPr>
          </a:p>
          <a:p>
            <a:pPr indent="0" lvl="0" marL="0" rtl="0" algn="l">
              <a:lnSpc>
                <a:spcPct val="115000"/>
              </a:lnSpc>
              <a:spcBef>
                <a:spcPts val="1200"/>
              </a:spcBef>
              <a:spcAft>
                <a:spcPts val="1200"/>
              </a:spcAft>
              <a:buSzPts val="1800"/>
              <a:buNone/>
            </a:pPr>
            <a:r>
              <a:t/>
            </a:r>
            <a:endParaRPr>
              <a:solidFill>
                <a:schemeClr val="dk1"/>
              </a:solidFill>
              <a:latin typeface="Times New Roman"/>
              <a:ea typeface="Times New Roman"/>
              <a:cs typeface="Times New Roman"/>
              <a:sym typeface="Times New Roman"/>
            </a:endParaRPr>
          </a:p>
        </p:txBody>
      </p:sp>
      <p:pic>
        <p:nvPicPr>
          <p:cNvPr id="79" name="Google Shape;79;p4"/>
          <p:cNvPicPr preferRelativeResize="0"/>
          <p:nvPr/>
        </p:nvPicPr>
        <p:blipFill rotWithShape="1">
          <a:blip r:embed="rId3">
            <a:alphaModFix/>
          </a:blip>
          <a:srcRect b="0" l="0" r="0" t="0"/>
          <a:stretch/>
        </p:blipFill>
        <p:spPr>
          <a:xfrm>
            <a:off x="8271325" y="179125"/>
            <a:ext cx="751575" cy="734850"/>
          </a:xfrm>
          <a:prstGeom prst="rect">
            <a:avLst/>
          </a:prstGeom>
          <a:noFill/>
          <a:ln>
            <a:noFill/>
          </a:ln>
        </p:spPr>
      </p:pic>
      <p:pic>
        <p:nvPicPr>
          <p:cNvPr id="80" name="Google Shape;80;p4"/>
          <p:cNvPicPr preferRelativeResize="0"/>
          <p:nvPr/>
        </p:nvPicPr>
        <p:blipFill rotWithShape="1">
          <a:blip r:embed="rId4">
            <a:alphaModFix/>
          </a:blip>
          <a:srcRect b="0" l="0" r="0" t="0"/>
          <a:stretch/>
        </p:blipFill>
        <p:spPr>
          <a:xfrm>
            <a:off x="4631900" y="899275"/>
            <a:ext cx="3835475" cy="3704601"/>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 name="Shape 84"/>
        <p:cNvGrpSpPr/>
        <p:nvPr/>
      </p:nvGrpSpPr>
      <p:grpSpPr>
        <a:xfrm>
          <a:off x="0" y="0"/>
          <a:ext cx="0" cy="0"/>
          <a:chOff x="0" y="0"/>
          <a:chExt cx="0" cy="0"/>
        </a:xfrm>
      </p:grpSpPr>
      <p:sp>
        <p:nvSpPr>
          <p:cNvPr id="85" name="Google Shape;85;p5"/>
          <p:cNvSpPr txBox="1"/>
          <p:nvPr>
            <p:ph type="title"/>
          </p:nvPr>
        </p:nvSpPr>
        <p:spPr>
          <a:xfrm>
            <a:off x="3095250" y="260200"/>
            <a:ext cx="2953500" cy="5727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990"/>
              <a:buNone/>
            </a:pPr>
            <a:r>
              <a:rPr b="1" lang="es-419" sz="2020">
                <a:latin typeface="Times New Roman"/>
                <a:ea typeface="Times New Roman"/>
                <a:cs typeface="Times New Roman"/>
                <a:sym typeface="Times New Roman"/>
              </a:rPr>
              <a:t>4. Objetivos específicos</a:t>
            </a:r>
            <a:endParaRPr b="1" sz="2020">
              <a:latin typeface="Times New Roman"/>
              <a:ea typeface="Times New Roman"/>
              <a:cs typeface="Times New Roman"/>
              <a:sym typeface="Times New Roman"/>
            </a:endParaRPr>
          </a:p>
        </p:txBody>
      </p:sp>
      <p:pic>
        <p:nvPicPr>
          <p:cNvPr id="86" name="Google Shape;86;p5"/>
          <p:cNvPicPr preferRelativeResize="0"/>
          <p:nvPr/>
        </p:nvPicPr>
        <p:blipFill rotWithShape="1">
          <a:blip r:embed="rId3">
            <a:alphaModFix/>
          </a:blip>
          <a:srcRect b="0" l="0" r="0" t="0"/>
          <a:stretch/>
        </p:blipFill>
        <p:spPr>
          <a:xfrm>
            <a:off x="8271325" y="179125"/>
            <a:ext cx="751575" cy="734850"/>
          </a:xfrm>
          <a:prstGeom prst="rect">
            <a:avLst/>
          </a:prstGeom>
          <a:noFill/>
          <a:ln>
            <a:noFill/>
          </a:ln>
        </p:spPr>
      </p:pic>
      <p:sp>
        <p:nvSpPr>
          <p:cNvPr id="87" name="Google Shape;87;p5"/>
          <p:cNvSpPr txBox="1"/>
          <p:nvPr>
            <p:ph type="title"/>
          </p:nvPr>
        </p:nvSpPr>
        <p:spPr>
          <a:xfrm>
            <a:off x="-195750" y="1355525"/>
            <a:ext cx="5585700" cy="2634900"/>
          </a:xfrm>
          <a:prstGeom prst="rect">
            <a:avLst/>
          </a:prstGeom>
          <a:noFill/>
          <a:ln>
            <a:noFill/>
          </a:ln>
        </p:spPr>
        <p:txBody>
          <a:bodyPr anchorCtr="0" anchor="t" bIns="91425" lIns="91425" spcFirstLastPara="1" rIns="91425" wrap="square" tIns="91425">
            <a:normAutofit fontScale="90000"/>
          </a:bodyPr>
          <a:lstStyle/>
          <a:p>
            <a:pPr indent="-291465" lvl="0" marL="457200" rtl="0" algn="l">
              <a:lnSpc>
                <a:spcPct val="115000"/>
              </a:lnSpc>
              <a:spcBef>
                <a:spcPts val="1200"/>
              </a:spcBef>
              <a:spcAft>
                <a:spcPts val="0"/>
              </a:spcAft>
              <a:buSzPct val="54455"/>
              <a:buChar char="●"/>
            </a:pPr>
            <a:r>
              <a:rPr lang="es-419" sz="2020">
                <a:latin typeface="Times New Roman"/>
                <a:ea typeface="Times New Roman"/>
                <a:cs typeface="Times New Roman"/>
                <a:sym typeface="Times New Roman"/>
              </a:rPr>
              <a:t>Permitir el registro de cotizaciones y pedidos.</a:t>
            </a:r>
            <a:endParaRPr sz="2020">
              <a:latin typeface="Times New Roman"/>
              <a:ea typeface="Times New Roman"/>
              <a:cs typeface="Times New Roman"/>
              <a:sym typeface="Times New Roman"/>
            </a:endParaRPr>
          </a:p>
          <a:p>
            <a:pPr indent="-291465" lvl="0" marL="457200" rtl="0" algn="l">
              <a:lnSpc>
                <a:spcPct val="115000"/>
              </a:lnSpc>
              <a:spcBef>
                <a:spcPts val="0"/>
              </a:spcBef>
              <a:spcAft>
                <a:spcPts val="0"/>
              </a:spcAft>
              <a:buSzPct val="54455"/>
              <a:buChar char="●"/>
            </a:pPr>
            <a:r>
              <a:rPr lang="es-419" sz="2020">
                <a:latin typeface="Times New Roman"/>
                <a:ea typeface="Times New Roman"/>
                <a:cs typeface="Times New Roman"/>
                <a:sym typeface="Times New Roman"/>
              </a:rPr>
              <a:t>Gestionar precios, promociones y estado de pedidos.</a:t>
            </a:r>
            <a:endParaRPr sz="2020">
              <a:latin typeface="Times New Roman"/>
              <a:ea typeface="Times New Roman"/>
              <a:cs typeface="Times New Roman"/>
              <a:sym typeface="Times New Roman"/>
            </a:endParaRPr>
          </a:p>
          <a:p>
            <a:pPr indent="-291465" lvl="0" marL="457200" rtl="0" algn="l">
              <a:lnSpc>
                <a:spcPct val="115000"/>
              </a:lnSpc>
              <a:spcBef>
                <a:spcPts val="0"/>
              </a:spcBef>
              <a:spcAft>
                <a:spcPts val="0"/>
              </a:spcAft>
              <a:buSzPct val="54455"/>
              <a:buChar char="●"/>
            </a:pPr>
            <a:r>
              <a:rPr lang="es-419" sz="2020">
                <a:latin typeface="Times New Roman"/>
                <a:ea typeface="Times New Roman"/>
                <a:cs typeface="Times New Roman"/>
                <a:sym typeface="Times New Roman"/>
              </a:rPr>
              <a:t>Facilitar la generación de reportes de ventas.</a:t>
            </a:r>
            <a:endParaRPr sz="2020">
              <a:latin typeface="Times New Roman"/>
              <a:ea typeface="Times New Roman"/>
              <a:cs typeface="Times New Roman"/>
              <a:sym typeface="Times New Roman"/>
            </a:endParaRPr>
          </a:p>
          <a:p>
            <a:pPr indent="-291465" lvl="0" marL="457200" rtl="0" algn="l">
              <a:lnSpc>
                <a:spcPct val="115000"/>
              </a:lnSpc>
              <a:spcBef>
                <a:spcPts val="0"/>
              </a:spcBef>
              <a:spcAft>
                <a:spcPts val="0"/>
              </a:spcAft>
              <a:buSzPct val="54455"/>
              <a:buChar char="●"/>
            </a:pPr>
            <a:r>
              <a:rPr lang="es-419" sz="2020">
                <a:latin typeface="Times New Roman"/>
                <a:ea typeface="Times New Roman"/>
                <a:cs typeface="Times New Roman"/>
                <a:sym typeface="Times New Roman"/>
              </a:rPr>
              <a:t>Automatizar tareas repetitivas del proceso comercial.</a:t>
            </a:r>
            <a:endParaRPr sz="2020">
              <a:latin typeface="Times New Roman"/>
              <a:ea typeface="Times New Roman"/>
              <a:cs typeface="Times New Roman"/>
              <a:sym typeface="Times New Roman"/>
            </a:endParaRPr>
          </a:p>
          <a:p>
            <a:pPr indent="0" lvl="0" marL="0" rtl="0" algn="l">
              <a:lnSpc>
                <a:spcPct val="100000"/>
              </a:lnSpc>
              <a:spcBef>
                <a:spcPts val="1200"/>
              </a:spcBef>
              <a:spcAft>
                <a:spcPts val="0"/>
              </a:spcAft>
              <a:buSzPct val="49009"/>
              <a:buNone/>
            </a:pPr>
            <a:r>
              <a:t/>
            </a:r>
            <a:endParaRPr b="1" sz="2020">
              <a:latin typeface="Times New Roman"/>
              <a:ea typeface="Times New Roman"/>
              <a:cs typeface="Times New Roman"/>
              <a:sym typeface="Times New Roman"/>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 name="Shape 91"/>
        <p:cNvGrpSpPr/>
        <p:nvPr/>
      </p:nvGrpSpPr>
      <p:grpSpPr>
        <a:xfrm>
          <a:off x="0" y="0"/>
          <a:ext cx="0" cy="0"/>
          <a:chOff x="0" y="0"/>
          <a:chExt cx="0" cy="0"/>
        </a:xfrm>
      </p:grpSpPr>
      <p:sp>
        <p:nvSpPr>
          <p:cNvPr id="92" name="Google Shape;92;p6"/>
          <p:cNvSpPr txBox="1"/>
          <p:nvPr>
            <p:ph type="title"/>
          </p:nvPr>
        </p:nvSpPr>
        <p:spPr>
          <a:xfrm>
            <a:off x="229600" y="412175"/>
            <a:ext cx="8520600" cy="5727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2800"/>
              <a:buNone/>
            </a:pPr>
            <a:r>
              <a:rPr b="1" lang="es-419" sz="2000">
                <a:highlight>
                  <a:srgbClr val="FFFFFF"/>
                </a:highlight>
              </a:rPr>
              <a:t>5. Justificación </a:t>
            </a:r>
            <a:endParaRPr b="1" sz="2000"/>
          </a:p>
        </p:txBody>
      </p:sp>
      <p:sp>
        <p:nvSpPr>
          <p:cNvPr id="93" name="Google Shape;93;p6"/>
          <p:cNvSpPr txBox="1"/>
          <p:nvPr>
            <p:ph idx="1" type="body"/>
          </p:nvPr>
        </p:nvSpPr>
        <p:spPr>
          <a:xfrm>
            <a:off x="147600" y="1090050"/>
            <a:ext cx="8996400" cy="3119100"/>
          </a:xfrm>
          <a:prstGeom prst="rect">
            <a:avLst/>
          </a:prstGeom>
          <a:noFill/>
          <a:ln>
            <a:noFill/>
          </a:ln>
        </p:spPr>
        <p:txBody>
          <a:bodyPr anchorCtr="0" anchor="t" bIns="91425" lIns="91425" spcFirstLastPara="1" rIns="91425" wrap="square" tIns="91425">
            <a:normAutofit fontScale="25000" lnSpcReduction="20000"/>
          </a:bodyPr>
          <a:lstStyle/>
          <a:p>
            <a:pPr indent="0" lvl="0" marL="0" rtl="0" algn="l">
              <a:lnSpc>
                <a:spcPct val="115000"/>
              </a:lnSpc>
              <a:spcBef>
                <a:spcPts val="1200"/>
              </a:spcBef>
              <a:spcAft>
                <a:spcPts val="0"/>
              </a:spcAft>
              <a:buClr>
                <a:schemeClr val="dk1"/>
              </a:buClr>
              <a:buSzPts val="275"/>
              <a:buFont typeface="Arial"/>
              <a:buNone/>
            </a:pPr>
            <a:r>
              <a:rPr lang="es-419" sz="7200">
                <a:solidFill>
                  <a:schemeClr val="dk1"/>
                </a:solidFill>
                <a:latin typeface="Times New Roman"/>
                <a:ea typeface="Times New Roman"/>
                <a:cs typeface="Times New Roman"/>
                <a:sym typeface="Times New Roman"/>
              </a:rPr>
              <a:t>Industrias Alimenticias Pronavid S.A.S. carece actualmente de un sistema de información que le permita gestionar de forma efectiva sus procesos de ventas. El uso de herramientas manuales como hojas de cálculo, mensajes de WhatsApp genera retrasos, errores en la información, pérdida de datos y una baja capacidad de respuesta frente a los requerimientos de los clientes.</a:t>
            </a:r>
            <a:endParaRPr sz="7200">
              <a:solidFill>
                <a:schemeClr val="dk1"/>
              </a:solidFill>
              <a:latin typeface="Times New Roman"/>
              <a:ea typeface="Times New Roman"/>
              <a:cs typeface="Times New Roman"/>
              <a:sym typeface="Times New Roman"/>
            </a:endParaRPr>
          </a:p>
          <a:p>
            <a:pPr indent="0" lvl="0" marL="0" rtl="0" algn="l">
              <a:lnSpc>
                <a:spcPct val="115000"/>
              </a:lnSpc>
              <a:spcBef>
                <a:spcPts val="1200"/>
              </a:spcBef>
              <a:spcAft>
                <a:spcPts val="0"/>
              </a:spcAft>
              <a:buClr>
                <a:schemeClr val="dk1"/>
              </a:buClr>
              <a:buSzPts val="275"/>
              <a:buFont typeface="Arial"/>
              <a:buNone/>
            </a:pPr>
            <a:r>
              <a:rPr lang="es-419" sz="7200">
                <a:solidFill>
                  <a:schemeClr val="dk1"/>
                </a:solidFill>
                <a:latin typeface="Times New Roman"/>
                <a:ea typeface="Times New Roman"/>
                <a:cs typeface="Times New Roman"/>
                <a:sym typeface="Times New Roman"/>
              </a:rPr>
              <a:t>La implementación de un sistema de información de gestión de ventas aportará mejoras sustanciales en la organización del proceso comercial, permitiendo el registro estructurado de pedidos, el control del estado de las ventas y la generación de reportes útiles para la toma de decisiones. Esto minimizará los errores humanos y optimizará la comunicación entre el cliente y la empresa.</a:t>
            </a:r>
            <a:endParaRPr sz="7200">
              <a:solidFill>
                <a:schemeClr val="dk1"/>
              </a:solidFill>
              <a:latin typeface="Times New Roman"/>
              <a:ea typeface="Times New Roman"/>
              <a:cs typeface="Times New Roman"/>
              <a:sym typeface="Times New Roman"/>
            </a:endParaRPr>
          </a:p>
          <a:p>
            <a:pPr indent="0" lvl="0" marL="0" rtl="0" algn="l">
              <a:lnSpc>
                <a:spcPct val="115000"/>
              </a:lnSpc>
              <a:spcBef>
                <a:spcPts val="1200"/>
              </a:spcBef>
              <a:spcAft>
                <a:spcPts val="0"/>
              </a:spcAft>
              <a:buClr>
                <a:schemeClr val="dk1"/>
              </a:buClr>
              <a:buSzPts val="275"/>
              <a:buFont typeface="Arial"/>
              <a:buNone/>
            </a:pPr>
            <a:r>
              <a:t/>
            </a:r>
            <a:endParaRPr sz="7200">
              <a:solidFill>
                <a:schemeClr val="dk1"/>
              </a:solidFill>
              <a:latin typeface="Times New Roman"/>
              <a:ea typeface="Times New Roman"/>
              <a:cs typeface="Times New Roman"/>
              <a:sym typeface="Times New Roman"/>
            </a:endParaRPr>
          </a:p>
          <a:p>
            <a:pPr indent="0" lvl="0" marL="0" rtl="0" algn="l">
              <a:lnSpc>
                <a:spcPct val="115000"/>
              </a:lnSpc>
              <a:spcBef>
                <a:spcPts val="1200"/>
              </a:spcBef>
              <a:spcAft>
                <a:spcPts val="0"/>
              </a:spcAft>
              <a:buClr>
                <a:schemeClr val="dk1"/>
              </a:buClr>
              <a:buSzPct val="61110"/>
              <a:buFont typeface="Arial"/>
              <a:buNone/>
            </a:pPr>
            <a:r>
              <a:t/>
            </a:r>
            <a:endParaRPr>
              <a:solidFill>
                <a:schemeClr val="dk1"/>
              </a:solidFill>
              <a:latin typeface="Times New Roman"/>
              <a:ea typeface="Times New Roman"/>
              <a:cs typeface="Times New Roman"/>
              <a:sym typeface="Times New Roman"/>
            </a:endParaRPr>
          </a:p>
          <a:p>
            <a:pPr indent="0" lvl="0" marL="0" rtl="0" algn="l">
              <a:lnSpc>
                <a:spcPct val="115000"/>
              </a:lnSpc>
              <a:spcBef>
                <a:spcPts val="1200"/>
              </a:spcBef>
              <a:spcAft>
                <a:spcPts val="0"/>
              </a:spcAft>
              <a:buClr>
                <a:schemeClr val="dk1"/>
              </a:buClr>
              <a:buSzPct val="61110"/>
              <a:buFont typeface="Arial"/>
              <a:buNone/>
            </a:pPr>
            <a:r>
              <a:t/>
            </a:r>
            <a:endParaRPr>
              <a:solidFill>
                <a:schemeClr val="dk1"/>
              </a:solidFill>
              <a:latin typeface="Times New Roman"/>
              <a:ea typeface="Times New Roman"/>
              <a:cs typeface="Times New Roman"/>
              <a:sym typeface="Times New Roman"/>
            </a:endParaRPr>
          </a:p>
          <a:p>
            <a:pPr indent="0" lvl="0" marL="0" rtl="0" algn="l">
              <a:lnSpc>
                <a:spcPct val="115000"/>
              </a:lnSpc>
              <a:spcBef>
                <a:spcPts val="1200"/>
              </a:spcBef>
              <a:spcAft>
                <a:spcPts val="0"/>
              </a:spcAft>
              <a:buClr>
                <a:schemeClr val="dk1"/>
              </a:buClr>
              <a:buSzPct val="61110"/>
              <a:buFont typeface="Arial"/>
              <a:buNone/>
            </a:pPr>
            <a:r>
              <a:t/>
            </a:r>
            <a:endParaRPr b="1">
              <a:solidFill>
                <a:schemeClr val="dk1"/>
              </a:solidFill>
              <a:latin typeface="Times New Roman"/>
              <a:ea typeface="Times New Roman"/>
              <a:cs typeface="Times New Roman"/>
              <a:sym typeface="Times New Roman"/>
            </a:endParaRPr>
          </a:p>
          <a:p>
            <a:pPr indent="0" lvl="0" marL="0" rtl="0" algn="l">
              <a:lnSpc>
                <a:spcPct val="115000"/>
              </a:lnSpc>
              <a:spcBef>
                <a:spcPts val="1200"/>
              </a:spcBef>
              <a:spcAft>
                <a:spcPts val="0"/>
              </a:spcAft>
              <a:buClr>
                <a:schemeClr val="dk1"/>
              </a:buClr>
              <a:buSzPct val="61110"/>
              <a:buFont typeface="Arial"/>
              <a:buNone/>
            </a:pPr>
            <a:r>
              <a:t/>
            </a:r>
            <a:endParaRPr b="1">
              <a:solidFill>
                <a:schemeClr val="dk1"/>
              </a:solidFill>
              <a:latin typeface="Times New Roman"/>
              <a:ea typeface="Times New Roman"/>
              <a:cs typeface="Times New Roman"/>
              <a:sym typeface="Times New Roman"/>
            </a:endParaRPr>
          </a:p>
          <a:p>
            <a:pPr indent="0" lvl="0" marL="0" rtl="0" algn="l">
              <a:lnSpc>
                <a:spcPct val="115000"/>
              </a:lnSpc>
              <a:spcBef>
                <a:spcPts val="1200"/>
              </a:spcBef>
              <a:spcAft>
                <a:spcPts val="1200"/>
              </a:spcAft>
              <a:buSzPts val="1800"/>
              <a:buNone/>
            </a:pPr>
            <a:r>
              <a:t/>
            </a:r>
            <a:endParaRPr/>
          </a:p>
        </p:txBody>
      </p:sp>
      <p:pic>
        <p:nvPicPr>
          <p:cNvPr id="94" name="Google Shape;94;p6"/>
          <p:cNvPicPr preferRelativeResize="0"/>
          <p:nvPr/>
        </p:nvPicPr>
        <p:blipFill rotWithShape="1">
          <a:blip r:embed="rId3">
            <a:alphaModFix/>
          </a:blip>
          <a:srcRect b="0" l="0" r="0" t="0"/>
          <a:stretch/>
        </p:blipFill>
        <p:spPr>
          <a:xfrm>
            <a:off x="8271325" y="179125"/>
            <a:ext cx="751575" cy="73485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 name="Shape 98"/>
        <p:cNvGrpSpPr/>
        <p:nvPr/>
      </p:nvGrpSpPr>
      <p:grpSpPr>
        <a:xfrm>
          <a:off x="0" y="0"/>
          <a:ext cx="0" cy="0"/>
          <a:chOff x="0" y="0"/>
          <a:chExt cx="0" cy="0"/>
        </a:xfrm>
      </p:grpSpPr>
      <p:sp>
        <p:nvSpPr>
          <p:cNvPr id="99" name="Google Shape;99;p7"/>
          <p:cNvSpPr txBox="1"/>
          <p:nvPr>
            <p:ph type="title"/>
          </p:nvPr>
        </p:nvSpPr>
        <p:spPr>
          <a:xfrm>
            <a:off x="598600" y="736900"/>
            <a:ext cx="8520600" cy="5727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2800"/>
              <a:buNone/>
            </a:pPr>
            <a:r>
              <a:rPr lang="es-419" sz="2000">
                <a:highlight>
                  <a:srgbClr val="FFFFFF"/>
                </a:highlight>
                <a:latin typeface="Times New Roman"/>
                <a:ea typeface="Times New Roman"/>
                <a:cs typeface="Times New Roman"/>
                <a:sym typeface="Times New Roman"/>
              </a:rPr>
              <a:t>6. </a:t>
            </a:r>
            <a:r>
              <a:rPr b="1" lang="es-419" sz="2000">
                <a:highlight>
                  <a:srgbClr val="FFFFFF"/>
                </a:highlight>
                <a:latin typeface="Times New Roman"/>
                <a:ea typeface="Times New Roman"/>
                <a:cs typeface="Times New Roman"/>
                <a:sym typeface="Times New Roman"/>
              </a:rPr>
              <a:t>Alcance</a:t>
            </a:r>
            <a:endParaRPr b="1" sz="3600">
              <a:latin typeface="Times New Roman"/>
              <a:ea typeface="Times New Roman"/>
              <a:cs typeface="Times New Roman"/>
              <a:sym typeface="Times New Roman"/>
            </a:endParaRPr>
          </a:p>
        </p:txBody>
      </p:sp>
      <p:sp>
        <p:nvSpPr>
          <p:cNvPr id="100" name="Google Shape;100;p7"/>
          <p:cNvSpPr/>
          <p:nvPr/>
        </p:nvSpPr>
        <p:spPr>
          <a:xfrm>
            <a:off x="4957275" y="1309600"/>
            <a:ext cx="3810900" cy="3617100"/>
          </a:xfrm>
          <a:prstGeom prst="rect">
            <a:avLst/>
          </a:prstGeom>
          <a:solidFill>
            <a:schemeClr val="lt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100"/>
              <a:buFont typeface="Arial"/>
              <a:buNone/>
            </a:pPr>
            <a:r>
              <a:t/>
            </a:r>
            <a:endParaRPr b="0" i="0" sz="1100" u="none" cap="none" strike="noStrike">
              <a:solidFill>
                <a:schemeClr val="dk1"/>
              </a:solidFill>
              <a:latin typeface="Times New Roman"/>
              <a:ea typeface="Times New Roman"/>
              <a:cs typeface="Times New Roman"/>
              <a:sym typeface="Times New Roman"/>
            </a:endParaRPr>
          </a:p>
          <a:p>
            <a:pPr indent="0" lvl="0" marL="0" marR="0" rtl="0" algn="ctr">
              <a:lnSpc>
                <a:spcPct val="100000"/>
              </a:lnSpc>
              <a:spcBef>
                <a:spcPts val="0"/>
              </a:spcBef>
              <a:spcAft>
                <a:spcPts val="0"/>
              </a:spcAft>
              <a:buClr>
                <a:srgbClr val="000000"/>
              </a:buClr>
              <a:buSzPts val="1100"/>
              <a:buFont typeface="Arial"/>
              <a:buNone/>
            </a:pPr>
            <a:r>
              <a:t/>
            </a:r>
            <a:endParaRPr b="0" i="0" sz="1100" u="none" cap="none" strike="noStrike">
              <a:solidFill>
                <a:schemeClr val="dk1"/>
              </a:solidFill>
              <a:latin typeface="Times New Roman"/>
              <a:ea typeface="Times New Roman"/>
              <a:cs typeface="Times New Roman"/>
              <a:sym typeface="Times New Roman"/>
            </a:endParaRPr>
          </a:p>
          <a:p>
            <a:pPr indent="0" lvl="0" marL="0" marR="0" rtl="0" algn="l">
              <a:lnSpc>
                <a:spcPct val="115000"/>
              </a:lnSpc>
              <a:spcBef>
                <a:spcPts val="1200"/>
              </a:spcBef>
              <a:spcAft>
                <a:spcPts val="0"/>
              </a:spcAft>
              <a:buClr>
                <a:schemeClr val="dk1"/>
              </a:buClr>
              <a:buSzPts val="1100"/>
              <a:buFont typeface="Arial"/>
              <a:buNone/>
            </a:pPr>
            <a:r>
              <a:rPr b="0" i="0" lang="es-419" sz="1300" u="none" cap="none" strike="noStrike">
                <a:solidFill>
                  <a:schemeClr val="dk1"/>
                </a:solidFill>
                <a:latin typeface="Times New Roman"/>
                <a:ea typeface="Times New Roman"/>
                <a:cs typeface="Times New Roman"/>
                <a:sym typeface="Times New Roman"/>
              </a:rPr>
              <a:t>El sistema estará limitado a uso interno del personal comercial, sin incluir pagos electrónicos, facturación automática, portal de compras para clientes externos, integración con las áreas de producción, finanzas o logística, ni un sistema completo de inventario, y su disponibilidad será exclusivamente en versión web.</a:t>
            </a:r>
            <a:endParaRPr b="0" i="0" sz="1300" u="none" cap="none" strike="noStrike">
              <a:solidFill>
                <a:schemeClr val="dk1"/>
              </a:solidFill>
              <a:latin typeface="Times New Roman"/>
              <a:ea typeface="Times New Roman"/>
              <a:cs typeface="Times New Roman"/>
              <a:sym typeface="Times New Roman"/>
            </a:endParaRPr>
          </a:p>
          <a:p>
            <a:pPr indent="0" lvl="0" marL="0" marR="0" rtl="0" algn="ctr">
              <a:lnSpc>
                <a:spcPct val="100000"/>
              </a:lnSpc>
              <a:spcBef>
                <a:spcPts val="1200"/>
              </a:spcBef>
              <a:spcAft>
                <a:spcPts val="0"/>
              </a:spcAft>
              <a:buClr>
                <a:srgbClr val="000000"/>
              </a:buClr>
              <a:buSzPts val="1300"/>
              <a:buFont typeface="Arial"/>
              <a:buNone/>
            </a:pPr>
            <a:r>
              <a:t/>
            </a:r>
            <a:endParaRPr b="0" i="0" sz="1300" u="none" cap="none" strike="noStrike">
              <a:solidFill>
                <a:schemeClr val="dk1"/>
              </a:solidFill>
              <a:latin typeface="Times New Roman"/>
              <a:ea typeface="Times New Roman"/>
              <a:cs typeface="Times New Roman"/>
              <a:sym typeface="Times New Roman"/>
            </a:endParaRPr>
          </a:p>
        </p:txBody>
      </p:sp>
      <p:sp>
        <p:nvSpPr>
          <p:cNvPr id="101" name="Google Shape;101;p7"/>
          <p:cNvSpPr/>
          <p:nvPr/>
        </p:nvSpPr>
        <p:spPr>
          <a:xfrm>
            <a:off x="262750" y="1309600"/>
            <a:ext cx="4309200" cy="36171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Times New Roman"/>
              <a:ea typeface="Times New Roman"/>
              <a:cs typeface="Times New Roman"/>
              <a:sym typeface="Times New Roman"/>
            </a:endParaRPr>
          </a:p>
          <a:p>
            <a:pPr indent="0" lvl="0" marL="0" marR="0" rtl="0" algn="ctr">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Times New Roman"/>
              <a:ea typeface="Times New Roman"/>
              <a:cs typeface="Times New Roman"/>
              <a:sym typeface="Times New Roman"/>
            </a:endParaRPr>
          </a:p>
          <a:p>
            <a:pPr indent="0" lvl="0" marL="0" marR="0" rtl="0" algn="ctr">
              <a:lnSpc>
                <a:spcPct val="100000"/>
              </a:lnSpc>
              <a:spcBef>
                <a:spcPts val="0"/>
              </a:spcBef>
              <a:spcAft>
                <a:spcPts val="0"/>
              </a:spcAft>
              <a:buClr>
                <a:srgbClr val="000000"/>
              </a:buClr>
              <a:buSzPts val="1300"/>
              <a:buFont typeface="Arial"/>
              <a:buNone/>
            </a:pPr>
            <a:r>
              <a:t/>
            </a:r>
            <a:endParaRPr b="0" i="0" sz="1300" u="none" cap="none" strike="noStrike">
              <a:solidFill>
                <a:srgbClr val="000000"/>
              </a:solidFill>
              <a:latin typeface="Times New Roman"/>
              <a:ea typeface="Times New Roman"/>
              <a:cs typeface="Times New Roman"/>
              <a:sym typeface="Times New Roman"/>
            </a:endParaRPr>
          </a:p>
          <a:p>
            <a:pPr indent="0" lvl="0" marL="457200" marR="0" rtl="0" algn="l">
              <a:lnSpc>
                <a:spcPct val="115000"/>
              </a:lnSpc>
              <a:spcBef>
                <a:spcPts val="1200"/>
              </a:spcBef>
              <a:spcAft>
                <a:spcPts val="0"/>
              </a:spcAft>
              <a:buClr>
                <a:srgbClr val="000000"/>
              </a:buClr>
              <a:buSzPts val="900"/>
              <a:buFont typeface="Arial"/>
              <a:buNone/>
            </a:pPr>
            <a:br>
              <a:rPr b="0" i="0" lang="es-419" sz="900" u="none" cap="none" strike="noStrike">
                <a:solidFill>
                  <a:schemeClr val="dk1"/>
                </a:solidFill>
                <a:latin typeface="Arial"/>
                <a:ea typeface="Arial"/>
                <a:cs typeface="Arial"/>
                <a:sym typeface="Arial"/>
              </a:rPr>
            </a:br>
            <a:endParaRPr b="0" i="0" sz="900" u="none" cap="none" strike="noStrike">
              <a:solidFill>
                <a:schemeClr val="dk1"/>
              </a:solidFill>
              <a:latin typeface="Arial"/>
              <a:ea typeface="Arial"/>
              <a:cs typeface="Arial"/>
              <a:sym typeface="Arial"/>
            </a:endParaRPr>
          </a:p>
          <a:p>
            <a:pPr indent="0" lvl="0" marL="0" marR="0" rtl="0" algn="l">
              <a:lnSpc>
                <a:spcPct val="115000"/>
              </a:lnSpc>
              <a:spcBef>
                <a:spcPts val="1200"/>
              </a:spcBef>
              <a:spcAft>
                <a:spcPts val="0"/>
              </a:spcAft>
              <a:buClr>
                <a:schemeClr val="dk1"/>
              </a:buClr>
              <a:buSzPts val="1100"/>
              <a:buFont typeface="Arial"/>
              <a:buNone/>
            </a:pPr>
            <a:r>
              <a:t/>
            </a:r>
            <a:endParaRPr b="0" i="0" sz="100" u="none" cap="none" strike="noStrike">
              <a:solidFill>
                <a:srgbClr val="000000"/>
              </a:solidFill>
              <a:latin typeface="Times New Roman"/>
              <a:ea typeface="Times New Roman"/>
              <a:cs typeface="Times New Roman"/>
              <a:sym typeface="Times New Roman"/>
            </a:endParaRPr>
          </a:p>
          <a:p>
            <a:pPr indent="0" lvl="0" marL="0" marR="0" rtl="0" algn="ctr">
              <a:lnSpc>
                <a:spcPct val="100000"/>
              </a:lnSpc>
              <a:spcBef>
                <a:spcPts val="1200"/>
              </a:spcBef>
              <a:spcAft>
                <a:spcPts val="0"/>
              </a:spcAft>
              <a:buClr>
                <a:srgbClr val="000000"/>
              </a:buClr>
              <a:buSzPts val="1300"/>
              <a:buFont typeface="Arial"/>
              <a:buNone/>
            </a:pPr>
            <a:r>
              <a:t/>
            </a:r>
            <a:endParaRPr b="0" i="0" sz="1300" u="none" cap="none" strike="noStrike">
              <a:solidFill>
                <a:srgbClr val="000000"/>
              </a:solidFill>
              <a:latin typeface="Times New Roman"/>
              <a:ea typeface="Times New Roman"/>
              <a:cs typeface="Times New Roman"/>
              <a:sym typeface="Times New Roman"/>
            </a:endParaRPr>
          </a:p>
        </p:txBody>
      </p:sp>
      <p:sp>
        <p:nvSpPr>
          <p:cNvPr id="102" name="Google Shape;102;p7"/>
          <p:cNvSpPr txBox="1"/>
          <p:nvPr/>
        </p:nvSpPr>
        <p:spPr>
          <a:xfrm>
            <a:off x="5960625" y="1812400"/>
            <a:ext cx="2018100" cy="5388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300"/>
              <a:buFont typeface="Arial"/>
              <a:buNone/>
            </a:pPr>
            <a:r>
              <a:rPr b="0" i="0" lang="es-419" sz="2300" u="none" cap="none" strike="noStrike">
                <a:solidFill>
                  <a:schemeClr val="dk1"/>
                </a:solidFill>
                <a:latin typeface="Times New Roman"/>
                <a:ea typeface="Times New Roman"/>
                <a:cs typeface="Times New Roman"/>
                <a:sym typeface="Times New Roman"/>
              </a:rPr>
              <a:t>Delimitación</a:t>
            </a:r>
            <a:endParaRPr b="0" i="0" sz="2300" u="none" cap="none" strike="noStrike">
              <a:solidFill>
                <a:schemeClr val="dk1"/>
              </a:solidFill>
              <a:latin typeface="Times New Roman"/>
              <a:ea typeface="Times New Roman"/>
              <a:cs typeface="Times New Roman"/>
              <a:sym typeface="Times New Roman"/>
            </a:endParaRPr>
          </a:p>
        </p:txBody>
      </p:sp>
      <p:sp>
        <p:nvSpPr>
          <p:cNvPr id="103" name="Google Shape;103;p7"/>
          <p:cNvSpPr txBox="1"/>
          <p:nvPr/>
        </p:nvSpPr>
        <p:spPr>
          <a:xfrm>
            <a:off x="1838650" y="1606675"/>
            <a:ext cx="1157400" cy="5388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300"/>
              <a:buFont typeface="Arial"/>
              <a:buNone/>
            </a:pPr>
            <a:r>
              <a:rPr b="0" i="0" lang="es-419" sz="2300" u="none" cap="none" strike="noStrike">
                <a:solidFill>
                  <a:schemeClr val="dk1"/>
                </a:solidFill>
                <a:latin typeface="Times New Roman"/>
                <a:ea typeface="Times New Roman"/>
                <a:cs typeface="Times New Roman"/>
                <a:sym typeface="Times New Roman"/>
              </a:rPr>
              <a:t>Alcance</a:t>
            </a:r>
            <a:endParaRPr b="0" i="0" sz="2300" u="none" cap="none" strike="noStrike">
              <a:solidFill>
                <a:schemeClr val="dk1"/>
              </a:solidFill>
              <a:latin typeface="Times New Roman"/>
              <a:ea typeface="Times New Roman"/>
              <a:cs typeface="Times New Roman"/>
              <a:sym typeface="Times New Roman"/>
            </a:endParaRPr>
          </a:p>
        </p:txBody>
      </p:sp>
      <p:sp>
        <p:nvSpPr>
          <p:cNvPr id="104" name="Google Shape;104;p7"/>
          <p:cNvSpPr txBox="1"/>
          <p:nvPr>
            <p:ph type="title"/>
          </p:nvPr>
        </p:nvSpPr>
        <p:spPr>
          <a:xfrm>
            <a:off x="5583150" y="683450"/>
            <a:ext cx="2018100" cy="5727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2800"/>
              <a:buNone/>
            </a:pPr>
            <a:r>
              <a:rPr lang="es-419" sz="2000">
                <a:highlight>
                  <a:srgbClr val="FFFFFF"/>
                </a:highlight>
                <a:latin typeface="Times New Roman"/>
                <a:ea typeface="Times New Roman"/>
                <a:cs typeface="Times New Roman"/>
                <a:sym typeface="Times New Roman"/>
              </a:rPr>
              <a:t>7. </a:t>
            </a:r>
            <a:r>
              <a:rPr b="1" lang="es-419" sz="2000">
                <a:highlight>
                  <a:srgbClr val="FFFFFF"/>
                </a:highlight>
                <a:latin typeface="Times New Roman"/>
                <a:ea typeface="Times New Roman"/>
                <a:cs typeface="Times New Roman"/>
                <a:sym typeface="Times New Roman"/>
              </a:rPr>
              <a:t>Delimitación</a:t>
            </a:r>
            <a:endParaRPr b="1" sz="3600">
              <a:latin typeface="Times New Roman"/>
              <a:ea typeface="Times New Roman"/>
              <a:cs typeface="Times New Roman"/>
              <a:sym typeface="Times New Roman"/>
            </a:endParaRPr>
          </a:p>
        </p:txBody>
      </p:sp>
      <p:pic>
        <p:nvPicPr>
          <p:cNvPr id="105" name="Google Shape;105;p7"/>
          <p:cNvPicPr preferRelativeResize="0"/>
          <p:nvPr/>
        </p:nvPicPr>
        <p:blipFill rotWithShape="1">
          <a:blip r:embed="rId3">
            <a:alphaModFix/>
          </a:blip>
          <a:srcRect b="0" l="0" r="0" t="0"/>
          <a:stretch/>
        </p:blipFill>
        <p:spPr>
          <a:xfrm>
            <a:off x="8271325" y="179125"/>
            <a:ext cx="751575" cy="734850"/>
          </a:xfrm>
          <a:prstGeom prst="rect">
            <a:avLst/>
          </a:prstGeom>
          <a:noFill/>
          <a:ln>
            <a:noFill/>
          </a:ln>
        </p:spPr>
      </p:pic>
      <p:sp>
        <p:nvSpPr>
          <p:cNvPr id="106" name="Google Shape;106;p7"/>
          <p:cNvSpPr txBox="1"/>
          <p:nvPr/>
        </p:nvSpPr>
        <p:spPr>
          <a:xfrm>
            <a:off x="385900" y="2272975"/>
            <a:ext cx="4062900" cy="20829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300"/>
              <a:buFont typeface="Arial"/>
              <a:buNone/>
            </a:pPr>
            <a:r>
              <a:rPr b="0" i="0" lang="es-419" sz="1300" u="none" cap="none" strike="noStrike">
                <a:solidFill>
                  <a:schemeClr val="dk1"/>
                </a:solidFill>
                <a:latin typeface="Times New Roman"/>
                <a:ea typeface="Times New Roman"/>
                <a:cs typeface="Times New Roman"/>
                <a:sym typeface="Times New Roman"/>
              </a:rPr>
              <a:t>El sistema web estará orientado a la gestión del proceso de ventas en Industrias Alimenticias Pronavid S.A.S., incluyendo el registro de cotizaciones y pedidos, seguimiento de estados, historial de compras por cliente, generación de reportes básicos y autenticación de usuarios internos (asesores y administradores), con almacenamiento de datos en servidores locales o en la nube (dependiendo los recursos ). El proyecto se desarrollará e implementará progresivamente en un plazo estimado de seis (6) a siete (7) trimestres.</a:t>
            </a:r>
            <a:endParaRPr b="0" i="0" sz="1300" u="none" cap="none" strike="noStrike">
              <a:solidFill>
                <a:schemeClr val="dk1"/>
              </a:solidFill>
              <a:latin typeface="Times New Roman"/>
              <a:ea typeface="Times New Roman"/>
              <a:cs typeface="Times New Roman"/>
              <a:sym typeface="Times New Roman"/>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 name="Shape 110"/>
        <p:cNvGrpSpPr/>
        <p:nvPr/>
      </p:nvGrpSpPr>
      <p:grpSpPr>
        <a:xfrm>
          <a:off x="0" y="0"/>
          <a:ext cx="0" cy="0"/>
          <a:chOff x="0" y="0"/>
          <a:chExt cx="0" cy="0"/>
        </a:xfrm>
      </p:grpSpPr>
      <p:sp>
        <p:nvSpPr>
          <p:cNvPr id="111" name="Google Shape;111;p8"/>
          <p:cNvSpPr txBox="1"/>
          <p:nvPr>
            <p:ph type="title"/>
          </p:nvPr>
        </p:nvSpPr>
        <p:spPr>
          <a:xfrm>
            <a:off x="0" y="-82125"/>
            <a:ext cx="8520600" cy="5727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2800"/>
              <a:buNone/>
            </a:pPr>
            <a:r>
              <a:rPr b="1" lang="es-419" sz="2000">
                <a:highlight>
                  <a:srgbClr val="FFFFFF"/>
                </a:highlight>
                <a:latin typeface="Times New Roman"/>
                <a:ea typeface="Times New Roman"/>
                <a:cs typeface="Times New Roman"/>
                <a:sym typeface="Times New Roman"/>
              </a:rPr>
              <a:t>8. Técnicas e instrumentos de recolección</a:t>
            </a:r>
            <a:endParaRPr b="1" sz="2000">
              <a:latin typeface="Times New Roman"/>
              <a:ea typeface="Times New Roman"/>
              <a:cs typeface="Times New Roman"/>
              <a:sym typeface="Times New Roman"/>
            </a:endParaRPr>
          </a:p>
        </p:txBody>
      </p:sp>
      <p:sp>
        <p:nvSpPr>
          <p:cNvPr id="112" name="Google Shape;112;p8"/>
          <p:cNvSpPr txBox="1"/>
          <p:nvPr>
            <p:ph idx="1" type="body"/>
          </p:nvPr>
        </p:nvSpPr>
        <p:spPr>
          <a:xfrm>
            <a:off x="0" y="364200"/>
            <a:ext cx="4992300" cy="47793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400"/>
              </a:spcBef>
              <a:spcAft>
                <a:spcPts val="0"/>
              </a:spcAft>
              <a:buSzPts val="1800"/>
              <a:buNone/>
            </a:pPr>
            <a:r>
              <a:rPr b="1" lang="es-419" sz="1000">
                <a:solidFill>
                  <a:schemeClr val="dk1"/>
                </a:solidFill>
                <a:latin typeface="Times New Roman"/>
                <a:ea typeface="Times New Roman"/>
                <a:cs typeface="Times New Roman"/>
                <a:sym typeface="Times New Roman"/>
              </a:rPr>
              <a:t>Rol 1: Asesor Comercial (Ejecutivo de Ventas)</a:t>
            </a:r>
            <a:endParaRPr b="1" sz="1000">
              <a:solidFill>
                <a:schemeClr val="dk1"/>
              </a:solidFill>
              <a:latin typeface="Times New Roman"/>
              <a:ea typeface="Times New Roman"/>
              <a:cs typeface="Times New Roman"/>
              <a:sym typeface="Times New Roman"/>
            </a:endParaRPr>
          </a:p>
          <a:p>
            <a:pPr indent="0" lvl="0" marL="0" rtl="0" algn="l">
              <a:lnSpc>
                <a:spcPct val="115000"/>
              </a:lnSpc>
              <a:spcBef>
                <a:spcPts val="1200"/>
              </a:spcBef>
              <a:spcAft>
                <a:spcPts val="0"/>
              </a:spcAft>
              <a:buSzPts val="1800"/>
              <a:buNone/>
            </a:pPr>
            <a:r>
              <a:rPr b="1" lang="es-419" sz="1000">
                <a:solidFill>
                  <a:schemeClr val="dk1"/>
                </a:solidFill>
                <a:latin typeface="Times New Roman"/>
                <a:ea typeface="Times New Roman"/>
                <a:cs typeface="Times New Roman"/>
                <a:sym typeface="Times New Roman"/>
              </a:rPr>
              <a:t>Técnica:</a:t>
            </a:r>
            <a:r>
              <a:rPr lang="es-419" sz="1000">
                <a:solidFill>
                  <a:schemeClr val="dk1"/>
                </a:solidFill>
                <a:latin typeface="Times New Roman"/>
                <a:ea typeface="Times New Roman"/>
                <a:cs typeface="Times New Roman"/>
                <a:sym typeface="Times New Roman"/>
              </a:rPr>
              <a:t> Entrevista semi-estructurada</a:t>
            </a:r>
            <a:br>
              <a:rPr lang="es-419" sz="1000">
                <a:solidFill>
                  <a:schemeClr val="dk1"/>
                </a:solidFill>
                <a:latin typeface="Times New Roman"/>
                <a:ea typeface="Times New Roman"/>
                <a:cs typeface="Times New Roman"/>
                <a:sym typeface="Times New Roman"/>
              </a:rPr>
            </a:br>
            <a:r>
              <a:rPr lang="es-419" sz="1000">
                <a:solidFill>
                  <a:schemeClr val="dk1"/>
                </a:solidFill>
                <a:latin typeface="Times New Roman"/>
                <a:ea typeface="Times New Roman"/>
                <a:cs typeface="Times New Roman"/>
                <a:sym typeface="Times New Roman"/>
              </a:rPr>
              <a:t> </a:t>
            </a:r>
            <a:r>
              <a:rPr b="1" lang="es-419" sz="1000">
                <a:solidFill>
                  <a:schemeClr val="dk1"/>
                </a:solidFill>
                <a:latin typeface="Times New Roman"/>
                <a:ea typeface="Times New Roman"/>
                <a:cs typeface="Times New Roman"/>
                <a:sym typeface="Times New Roman"/>
              </a:rPr>
              <a:t>Instrumento:</a:t>
            </a:r>
            <a:r>
              <a:rPr lang="es-419" sz="1000">
                <a:solidFill>
                  <a:schemeClr val="dk1"/>
                </a:solidFill>
                <a:latin typeface="Times New Roman"/>
                <a:ea typeface="Times New Roman"/>
                <a:cs typeface="Times New Roman"/>
                <a:sym typeface="Times New Roman"/>
              </a:rPr>
              <a:t> Cuestionario mixto</a:t>
            </a:r>
            <a:endParaRPr sz="1000">
              <a:solidFill>
                <a:schemeClr val="dk1"/>
              </a:solidFill>
              <a:latin typeface="Times New Roman"/>
              <a:ea typeface="Times New Roman"/>
              <a:cs typeface="Times New Roman"/>
              <a:sym typeface="Times New Roman"/>
            </a:endParaRPr>
          </a:p>
          <a:p>
            <a:pPr indent="-292100" lvl="0" marL="457200" rtl="0" algn="l">
              <a:lnSpc>
                <a:spcPct val="115000"/>
              </a:lnSpc>
              <a:spcBef>
                <a:spcPts val="1200"/>
              </a:spcBef>
              <a:spcAft>
                <a:spcPts val="0"/>
              </a:spcAft>
              <a:buClr>
                <a:schemeClr val="dk1"/>
              </a:buClr>
              <a:buSzPts val="1000"/>
              <a:buFont typeface="Times New Roman"/>
              <a:buAutoNum type="arabicPeriod"/>
            </a:pPr>
            <a:r>
              <a:rPr lang="es-419" sz="1000">
                <a:solidFill>
                  <a:schemeClr val="dk1"/>
                </a:solidFill>
                <a:latin typeface="Times New Roman"/>
                <a:ea typeface="Times New Roman"/>
                <a:cs typeface="Times New Roman"/>
                <a:sym typeface="Times New Roman"/>
              </a:rPr>
              <a:t>¿Actualmente utiliza alguna herramienta digital para registrar pedidos?</a:t>
            </a:r>
            <a:br>
              <a:rPr lang="es-419" sz="1000">
                <a:solidFill>
                  <a:schemeClr val="dk1"/>
                </a:solidFill>
                <a:latin typeface="Times New Roman"/>
                <a:ea typeface="Times New Roman"/>
                <a:cs typeface="Times New Roman"/>
                <a:sym typeface="Times New Roman"/>
              </a:rPr>
            </a:br>
            <a:endParaRPr sz="1000">
              <a:solidFill>
                <a:schemeClr val="dk1"/>
              </a:solidFill>
              <a:latin typeface="Times New Roman"/>
              <a:ea typeface="Times New Roman"/>
              <a:cs typeface="Times New Roman"/>
              <a:sym typeface="Times New Roman"/>
            </a:endParaRPr>
          </a:p>
          <a:p>
            <a:pPr indent="-292100" lvl="1" marL="914400" rtl="0" algn="l">
              <a:lnSpc>
                <a:spcPct val="115000"/>
              </a:lnSpc>
              <a:spcBef>
                <a:spcPts val="0"/>
              </a:spcBef>
              <a:spcAft>
                <a:spcPts val="0"/>
              </a:spcAft>
              <a:buClr>
                <a:schemeClr val="dk1"/>
              </a:buClr>
              <a:buSzPts val="1000"/>
              <a:buFont typeface="Times New Roman"/>
              <a:buChar char="○"/>
            </a:pPr>
            <a:r>
              <a:rPr lang="es-419" sz="1000">
                <a:solidFill>
                  <a:schemeClr val="dk1"/>
                </a:solidFill>
                <a:latin typeface="Times New Roman"/>
                <a:ea typeface="Times New Roman"/>
                <a:cs typeface="Times New Roman"/>
                <a:sym typeface="Times New Roman"/>
              </a:rPr>
              <a:t>( ) Sí</a:t>
            </a:r>
            <a:br>
              <a:rPr lang="es-419" sz="1000">
                <a:solidFill>
                  <a:schemeClr val="dk1"/>
                </a:solidFill>
                <a:latin typeface="Times New Roman"/>
                <a:ea typeface="Times New Roman"/>
                <a:cs typeface="Times New Roman"/>
                <a:sym typeface="Times New Roman"/>
              </a:rPr>
            </a:br>
            <a:endParaRPr sz="1000">
              <a:solidFill>
                <a:schemeClr val="dk1"/>
              </a:solidFill>
              <a:latin typeface="Times New Roman"/>
              <a:ea typeface="Times New Roman"/>
              <a:cs typeface="Times New Roman"/>
              <a:sym typeface="Times New Roman"/>
            </a:endParaRPr>
          </a:p>
          <a:p>
            <a:pPr indent="-292100" lvl="1" marL="914400" rtl="0" algn="l">
              <a:lnSpc>
                <a:spcPct val="115000"/>
              </a:lnSpc>
              <a:spcBef>
                <a:spcPts val="0"/>
              </a:spcBef>
              <a:spcAft>
                <a:spcPts val="0"/>
              </a:spcAft>
              <a:buClr>
                <a:schemeClr val="dk1"/>
              </a:buClr>
              <a:buSzPts val="1000"/>
              <a:buFont typeface="Times New Roman"/>
              <a:buChar char="○"/>
            </a:pPr>
            <a:r>
              <a:rPr lang="es-419" sz="1000">
                <a:solidFill>
                  <a:schemeClr val="dk1"/>
                </a:solidFill>
                <a:latin typeface="Times New Roman"/>
                <a:ea typeface="Times New Roman"/>
                <a:cs typeface="Times New Roman"/>
                <a:sym typeface="Times New Roman"/>
              </a:rPr>
              <a:t>( ) No</a:t>
            </a:r>
            <a:br>
              <a:rPr lang="es-419" sz="1000">
                <a:solidFill>
                  <a:schemeClr val="dk1"/>
                </a:solidFill>
                <a:latin typeface="Times New Roman"/>
                <a:ea typeface="Times New Roman"/>
                <a:cs typeface="Times New Roman"/>
                <a:sym typeface="Times New Roman"/>
              </a:rPr>
            </a:br>
            <a:endParaRPr sz="1000">
              <a:solidFill>
                <a:schemeClr val="dk1"/>
              </a:solidFill>
              <a:latin typeface="Times New Roman"/>
              <a:ea typeface="Times New Roman"/>
              <a:cs typeface="Times New Roman"/>
              <a:sym typeface="Times New Roman"/>
            </a:endParaRPr>
          </a:p>
          <a:p>
            <a:pPr indent="-292100" lvl="1" marL="914400" rtl="0" algn="l">
              <a:lnSpc>
                <a:spcPct val="115000"/>
              </a:lnSpc>
              <a:spcBef>
                <a:spcPts val="0"/>
              </a:spcBef>
              <a:spcAft>
                <a:spcPts val="0"/>
              </a:spcAft>
              <a:buClr>
                <a:schemeClr val="dk1"/>
              </a:buClr>
              <a:buSzPts val="1000"/>
              <a:buFont typeface="Times New Roman"/>
              <a:buChar char="○"/>
            </a:pPr>
            <a:r>
              <a:rPr lang="es-419" sz="1000">
                <a:solidFill>
                  <a:schemeClr val="dk1"/>
                </a:solidFill>
                <a:latin typeface="Times New Roman"/>
                <a:ea typeface="Times New Roman"/>
                <a:cs typeface="Times New Roman"/>
                <a:sym typeface="Times New Roman"/>
              </a:rPr>
              <a:t>Si respondió "Sí", ¿cuál?</a:t>
            </a:r>
            <a:br>
              <a:rPr lang="es-419" sz="1000">
                <a:solidFill>
                  <a:schemeClr val="dk1"/>
                </a:solidFill>
                <a:latin typeface="Times New Roman"/>
                <a:ea typeface="Times New Roman"/>
                <a:cs typeface="Times New Roman"/>
                <a:sym typeface="Times New Roman"/>
              </a:rPr>
            </a:br>
            <a:endParaRPr sz="1000">
              <a:solidFill>
                <a:schemeClr val="dk1"/>
              </a:solidFill>
              <a:latin typeface="Times New Roman"/>
              <a:ea typeface="Times New Roman"/>
              <a:cs typeface="Times New Roman"/>
              <a:sym typeface="Times New Roman"/>
            </a:endParaRPr>
          </a:p>
          <a:p>
            <a:pPr indent="-292100" lvl="0" marL="457200" rtl="0" algn="l">
              <a:lnSpc>
                <a:spcPct val="115000"/>
              </a:lnSpc>
              <a:spcBef>
                <a:spcPts val="0"/>
              </a:spcBef>
              <a:spcAft>
                <a:spcPts val="0"/>
              </a:spcAft>
              <a:buClr>
                <a:schemeClr val="dk1"/>
              </a:buClr>
              <a:buSzPts val="1000"/>
              <a:buFont typeface="Times New Roman"/>
              <a:buAutoNum type="arabicPeriod"/>
            </a:pPr>
            <a:r>
              <a:rPr lang="es-419" sz="1000">
                <a:solidFill>
                  <a:schemeClr val="dk1"/>
                </a:solidFill>
                <a:latin typeface="Times New Roman"/>
                <a:ea typeface="Times New Roman"/>
                <a:cs typeface="Times New Roman"/>
                <a:sym typeface="Times New Roman"/>
              </a:rPr>
              <a:t>¿Cuáles son los pasos que sigue para registrar una venta desde el primer contacto hasta el cierre?</a:t>
            </a:r>
            <a:br>
              <a:rPr lang="es-419" sz="1000">
                <a:solidFill>
                  <a:schemeClr val="dk1"/>
                </a:solidFill>
                <a:latin typeface="Times New Roman"/>
                <a:ea typeface="Times New Roman"/>
                <a:cs typeface="Times New Roman"/>
                <a:sym typeface="Times New Roman"/>
              </a:rPr>
            </a:br>
            <a:endParaRPr sz="1000">
              <a:solidFill>
                <a:schemeClr val="dk1"/>
              </a:solidFill>
              <a:latin typeface="Times New Roman"/>
              <a:ea typeface="Times New Roman"/>
              <a:cs typeface="Times New Roman"/>
              <a:sym typeface="Times New Roman"/>
            </a:endParaRPr>
          </a:p>
          <a:p>
            <a:pPr indent="-292100" lvl="0" marL="457200" rtl="0" algn="l">
              <a:lnSpc>
                <a:spcPct val="115000"/>
              </a:lnSpc>
              <a:spcBef>
                <a:spcPts val="0"/>
              </a:spcBef>
              <a:spcAft>
                <a:spcPts val="0"/>
              </a:spcAft>
              <a:buClr>
                <a:schemeClr val="dk1"/>
              </a:buClr>
              <a:buSzPts val="1000"/>
              <a:buFont typeface="Times New Roman"/>
              <a:buAutoNum type="arabicPeriod"/>
            </a:pPr>
            <a:r>
              <a:rPr lang="es-419" sz="1000">
                <a:solidFill>
                  <a:schemeClr val="dk1"/>
                </a:solidFill>
                <a:latin typeface="Times New Roman"/>
                <a:ea typeface="Times New Roman"/>
                <a:cs typeface="Times New Roman"/>
                <a:sym typeface="Times New Roman"/>
              </a:rPr>
              <a:t>¿Con qué frecuencia debe repetir información de un cliente ya conocido?</a:t>
            </a:r>
            <a:br>
              <a:rPr lang="es-419" sz="1000">
                <a:solidFill>
                  <a:schemeClr val="dk1"/>
                </a:solidFill>
                <a:latin typeface="Times New Roman"/>
                <a:ea typeface="Times New Roman"/>
                <a:cs typeface="Times New Roman"/>
                <a:sym typeface="Times New Roman"/>
              </a:rPr>
            </a:br>
            <a:endParaRPr sz="1000">
              <a:solidFill>
                <a:schemeClr val="dk1"/>
              </a:solidFill>
              <a:latin typeface="Times New Roman"/>
              <a:ea typeface="Times New Roman"/>
              <a:cs typeface="Times New Roman"/>
              <a:sym typeface="Times New Roman"/>
            </a:endParaRPr>
          </a:p>
          <a:p>
            <a:pPr indent="-292100" lvl="1" marL="914400" rtl="0" algn="l">
              <a:lnSpc>
                <a:spcPct val="115000"/>
              </a:lnSpc>
              <a:spcBef>
                <a:spcPts val="0"/>
              </a:spcBef>
              <a:spcAft>
                <a:spcPts val="0"/>
              </a:spcAft>
              <a:buClr>
                <a:schemeClr val="dk1"/>
              </a:buClr>
              <a:buSzPts val="1000"/>
              <a:buFont typeface="Times New Roman"/>
              <a:buChar char="○"/>
            </a:pPr>
            <a:r>
              <a:rPr lang="es-419" sz="1000">
                <a:solidFill>
                  <a:schemeClr val="dk1"/>
                </a:solidFill>
                <a:latin typeface="Times New Roman"/>
                <a:ea typeface="Times New Roman"/>
                <a:cs typeface="Times New Roman"/>
                <a:sym typeface="Times New Roman"/>
              </a:rPr>
              <a:t>( ) Siempre</a:t>
            </a:r>
            <a:br>
              <a:rPr lang="es-419" sz="1000">
                <a:solidFill>
                  <a:schemeClr val="dk1"/>
                </a:solidFill>
                <a:latin typeface="Times New Roman"/>
                <a:ea typeface="Times New Roman"/>
                <a:cs typeface="Times New Roman"/>
                <a:sym typeface="Times New Roman"/>
              </a:rPr>
            </a:br>
            <a:endParaRPr sz="1000">
              <a:solidFill>
                <a:schemeClr val="dk1"/>
              </a:solidFill>
              <a:latin typeface="Times New Roman"/>
              <a:ea typeface="Times New Roman"/>
              <a:cs typeface="Times New Roman"/>
              <a:sym typeface="Times New Roman"/>
            </a:endParaRPr>
          </a:p>
          <a:p>
            <a:pPr indent="-292100" lvl="1" marL="914400" rtl="0" algn="l">
              <a:lnSpc>
                <a:spcPct val="115000"/>
              </a:lnSpc>
              <a:spcBef>
                <a:spcPts val="0"/>
              </a:spcBef>
              <a:spcAft>
                <a:spcPts val="0"/>
              </a:spcAft>
              <a:buClr>
                <a:schemeClr val="dk1"/>
              </a:buClr>
              <a:buSzPts val="1000"/>
              <a:buFont typeface="Times New Roman"/>
              <a:buChar char="○"/>
            </a:pPr>
            <a:r>
              <a:rPr lang="es-419" sz="1000">
                <a:solidFill>
                  <a:schemeClr val="dk1"/>
                </a:solidFill>
                <a:latin typeface="Times New Roman"/>
                <a:ea typeface="Times New Roman"/>
                <a:cs typeface="Times New Roman"/>
                <a:sym typeface="Times New Roman"/>
              </a:rPr>
              <a:t>( ) A veces</a:t>
            </a:r>
            <a:br>
              <a:rPr lang="es-419" sz="1000">
                <a:solidFill>
                  <a:schemeClr val="dk1"/>
                </a:solidFill>
                <a:latin typeface="Times New Roman"/>
                <a:ea typeface="Times New Roman"/>
                <a:cs typeface="Times New Roman"/>
                <a:sym typeface="Times New Roman"/>
              </a:rPr>
            </a:br>
            <a:endParaRPr sz="1000">
              <a:solidFill>
                <a:schemeClr val="dk1"/>
              </a:solidFill>
              <a:latin typeface="Times New Roman"/>
              <a:ea typeface="Times New Roman"/>
              <a:cs typeface="Times New Roman"/>
              <a:sym typeface="Times New Roman"/>
            </a:endParaRPr>
          </a:p>
          <a:p>
            <a:pPr indent="-292100" lvl="1" marL="914400" rtl="0" algn="l">
              <a:lnSpc>
                <a:spcPct val="115000"/>
              </a:lnSpc>
              <a:spcBef>
                <a:spcPts val="0"/>
              </a:spcBef>
              <a:spcAft>
                <a:spcPts val="0"/>
              </a:spcAft>
              <a:buClr>
                <a:schemeClr val="dk1"/>
              </a:buClr>
              <a:buSzPts val="1000"/>
              <a:buFont typeface="Times New Roman"/>
              <a:buChar char="○"/>
            </a:pPr>
            <a:r>
              <a:rPr lang="es-419" sz="1000">
                <a:solidFill>
                  <a:schemeClr val="dk1"/>
                </a:solidFill>
                <a:latin typeface="Times New Roman"/>
                <a:ea typeface="Times New Roman"/>
                <a:cs typeface="Times New Roman"/>
                <a:sym typeface="Times New Roman"/>
              </a:rPr>
              <a:t>( ) Nunca</a:t>
            </a:r>
            <a:br>
              <a:rPr lang="es-419" sz="1000">
                <a:solidFill>
                  <a:schemeClr val="dk1"/>
                </a:solidFill>
                <a:latin typeface="Times New Roman"/>
                <a:ea typeface="Times New Roman"/>
                <a:cs typeface="Times New Roman"/>
                <a:sym typeface="Times New Roman"/>
              </a:rPr>
            </a:br>
            <a:endParaRPr sz="1000">
              <a:solidFill>
                <a:schemeClr val="dk1"/>
              </a:solidFill>
              <a:latin typeface="Times New Roman"/>
              <a:ea typeface="Times New Roman"/>
              <a:cs typeface="Times New Roman"/>
              <a:sym typeface="Times New Roman"/>
            </a:endParaRPr>
          </a:p>
          <a:p>
            <a:pPr indent="-292100" lvl="0" marL="457200" rtl="0" algn="l">
              <a:lnSpc>
                <a:spcPct val="115000"/>
              </a:lnSpc>
              <a:spcBef>
                <a:spcPts val="0"/>
              </a:spcBef>
              <a:spcAft>
                <a:spcPts val="0"/>
              </a:spcAft>
              <a:buClr>
                <a:schemeClr val="dk1"/>
              </a:buClr>
              <a:buSzPts val="1000"/>
              <a:buFont typeface="Times New Roman"/>
              <a:buAutoNum type="arabicPeriod"/>
            </a:pPr>
            <a:r>
              <a:rPr lang="es-419" sz="1000">
                <a:solidFill>
                  <a:schemeClr val="dk1"/>
                </a:solidFill>
                <a:latin typeface="Times New Roman"/>
                <a:ea typeface="Times New Roman"/>
                <a:cs typeface="Times New Roman"/>
                <a:sym typeface="Times New Roman"/>
              </a:rPr>
              <a:t>¿Cómo consulta actualmente el historial de compras de un cliente?</a:t>
            </a:r>
            <a:endParaRPr sz="1000">
              <a:solidFill>
                <a:schemeClr val="dk1"/>
              </a:solidFill>
              <a:latin typeface="Times New Roman"/>
              <a:ea typeface="Times New Roman"/>
              <a:cs typeface="Times New Roman"/>
              <a:sym typeface="Times New Roman"/>
            </a:endParaRPr>
          </a:p>
          <a:p>
            <a:pPr indent="0" lvl="0" marL="0" rtl="0" algn="l">
              <a:lnSpc>
                <a:spcPct val="115000"/>
              </a:lnSpc>
              <a:spcBef>
                <a:spcPts val="1200"/>
              </a:spcBef>
              <a:spcAft>
                <a:spcPts val="0"/>
              </a:spcAft>
              <a:buSzPts val="1800"/>
              <a:buNone/>
            </a:pPr>
            <a:r>
              <a:rPr lang="es-419" sz="1000">
                <a:solidFill>
                  <a:schemeClr val="dk1"/>
                </a:solidFill>
                <a:latin typeface="Times New Roman"/>
                <a:ea typeface="Times New Roman"/>
                <a:cs typeface="Times New Roman"/>
                <a:sym typeface="Times New Roman"/>
              </a:rPr>
              <a:t>¿Qué tan fácil es para usted modificar un pedido en curso? Muy fácil,  Regular, Difícil</a:t>
            </a:r>
            <a:br>
              <a:rPr lang="es-419" sz="1000">
                <a:solidFill>
                  <a:schemeClr val="dk1"/>
                </a:solidFill>
                <a:latin typeface="Times New Roman"/>
                <a:ea typeface="Times New Roman"/>
                <a:cs typeface="Times New Roman"/>
                <a:sym typeface="Times New Roman"/>
              </a:rPr>
            </a:br>
            <a:endParaRPr sz="1000">
              <a:solidFill>
                <a:schemeClr val="dk1"/>
              </a:solidFill>
              <a:latin typeface="Times New Roman"/>
              <a:ea typeface="Times New Roman"/>
              <a:cs typeface="Times New Roman"/>
              <a:sym typeface="Times New Roman"/>
            </a:endParaRPr>
          </a:p>
          <a:p>
            <a:pPr indent="0" lvl="0" marL="0" rtl="0" algn="l">
              <a:lnSpc>
                <a:spcPct val="115000"/>
              </a:lnSpc>
              <a:spcBef>
                <a:spcPts val="1200"/>
              </a:spcBef>
              <a:spcAft>
                <a:spcPts val="0"/>
              </a:spcAft>
              <a:buSzPts val="1800"/>
              <a:buNone/>
            </a:pPr>
            <a:r>
              <a:t/>
            </a:r>
            <a:endParaRPr sz="1000">
              <a:solidFill>
                <a:schemeClr val="dk1"/>
              </a:solidFill>
              <a:latin typeface="Times New Roman"/>
              <a:ea typeface="Times New Roman"/>
              <a:cs typeface="Times New Roman"/>
              <a:sym typeface="Times New Roman"/>
            </a:endParaRPr>
          </a:p>
          <a:p>
            <a:pPr indent="0" lvl="0" marL="457200" rtl="0" algn="l">
              <a:lnSpc>
                <a:spcPct val="95000"/>
              </a:lnSpc>
              <a:spcBef>
                <a:spcPts val="1200"/>
              </a:spcBef>
              <a:spcAft>
                <a:spcPts val="0"/>
              </a:spcAft>
              <a:buSzPts val="1800"/>
              <a:buNone/>
            </a:pPr>
            <a:r>
              <a:t/>
            </a:r>
            <a:endParaRPr sz="982">
              <a:solidFill>
                <a:schemeClr val="dk1"/>
              </a:solidFill>
              <a:latin typeface="Times New Roman"/>
              <a:ea typeface="Times New Roman"/>
              <a:cs typeface="Times New Roman"/>
              <a:sym typeface="Times New Roman"/>
            </a:endParaRPr>
          </a:p>
          <a:p>
            <a:pPr indent="0" lvl="0" marL="457200" rtl="0" algn="l">
              <a:lnSpc>
                <a:spcPct val="95000"/>
              </a:lnSpc>
              <a:spcBef>
                <a:spcPts val="1200"/>
              </a:spcBef>
              <a:spcAft>
                <a:spcPts val="0"/>
              </a:spcAft>
              <a:buSzPts val="1800"/>
              <a:buNone/>
            </a:pPr>
            <a:r>
              <a:t/>
            </a:r>
            <a:endParaRPr sz="982">
              <a:solidFill>
                <a:schemeClr val="dk1"/>
              </a:solidFill>
              <a:latin typeface="Times New Roman"/>
              <a:ea typeface="Times New Roman"/>
              <a:cs typeface="Times New Roman"/>
              <a:sym typeface="Times New Roman"/>
            </a:endParaRPr>
          </a:p>
          <a:p>
            <a:pPr indent="0" lvl="0" marL="457200" rtl="0" algn="l">
              <a:lnSpc>
                <a:spcPct val="95000"/>
              </a:lnSpc>
              <a:spcBef>
                <a:spcPts val="1200"/>
              </a:spcBef>
              <a:spcAft>
                <a:spcPts val="0"/>
              </a:spcAft>
              <a:buSzPts val="358"/>
              <a:buNone/>
            </a:pPr>
            <a:br>
              <a:rPr lang="es-419" sz="457">
                <a:solidFill>
                  <a:schemeClr val="dk1"/>
                </a:solidFill>
                <a:latin typeface="Times New Roman"/>
                <a:ea typeface="Times New Roman"/>
                <a:cs typeface="Times New Roman"/>
                <a:sym typeface="Times New Roman"/>
              </a:rPr>
            </a:br>
            <a:endParaRPr sz="717">
              <a:solidFill>
                <a:schemeClr val="dk1"/>
              </a:solidFill>
              <a:latin typeface="Times New Roman"/>
              <a:ea typeface="Times New Roman"/>
              <a:cs typeface="Times New Roman"/>
              <a:sym typeface="Times New Roman"/>
            </a:endParaRPr>
          </a:p>
          <a:p>
            <a:pPr indent="0" lvl="0" marL="0" rtl="0" algn="l">
              <a:lnSpc>
                <a:spcPct val="95000"/>
              </a:lnSpc>
              <a:spcBef>
                <a:spcPts val="1200"/>
              </a:spcBef>
              <a:spcAft>
                <a:spcPts val="0"/>
              </a:spcAft>
              <a:buSzPts val="358"/>
              <a:buNone/>
            </a:pPr>
            <a:r>
              <a:t/>
            </a:r>
            <a:endParaRPr sz="685">
              <a:solidFill>
                <a:schemeClr val="dk1"/>
              </a:solidFill>
              <a:latin typeface="Times New Roman"/>
              <a:ea typeface="Times New Roman"/>
              <a:cs typeface="Times New Roman"/>
              <a:sym typeface="Times New Roman"/>
            </a:endParaRPr>
          </a:p>
          <a:p>
            <a:pPr indent="0" lvl="0" marL="0" rtl="0" algn="l">
              <a:lnSpc>
                <a:spcPct val="95000"/>
              </a:lnSpc>
              <a:spcBef>
                <a:spcPts val="1200"/>
              </a:spcBef>
              <a:spcAft>
                <a:spcPts val="1200"/>
              </a:spcAft>
              <a:buSzPts val="358"/>
              <a:buNone/>
            </a:pPr>
            <a:r>
              <a:t/>
            </a:r>
            <a:endParaRPr sz="685">
              <a:solidFill>
                <a:schemeClr val="dk1"/>
              </a:solidFill>
              <a:latin typeface="Times New Roman"/>
              <a:ea typeface="Times New Roman"/>
              <a:cs typeface="Times New Roman"/>
              <a:sym typeface="Times New Roman"/>
            </a:endParaRPr>
          </a:p>
        </p:txBody>
      </p:sp>
      <p:sp>
        <p:nvSpPr>
          <p:cNvPr id="113" name="Google Shape;113;p8"/>
          <p:cNvSpPr txBox="1"/>
          <p:nvPr>
            <p:ph idx="1" type="body"/>
          </p:nvPr>
        </p:nvSpPr>
        <p:spPr>
          <a:xfrm>
            <a:off x="4851175" y="-522200"/>
            <a:ext cx="4493100" cy="5452200"/>
          </a:xfrm>
          <a:prstGeom prst="rect">
            <a:avLst/>
          </a:prstGeom>
          <a:noFill/>
          <a:ln>
            <a:noFill/>
          </a:ln>
        </p:spPr>
        <p:txBody>
          <a:bodyPr anchorCtr="0" anchor="t" bIns="91425" lIns="91425" spcFirstLastPara="1" rIns="91425" wrap="square" tIns="91425">
            <a:noAutofit/>
          </a:bodyPr>
          <a:lstStyle/>
          <a:p>
            <a:pPr indent="-292100" lvl="1" marL="914400" rtl="0" algn="l">
              <a:lnSpc>
                <a:spcPct val="115000"/>
              </a:lnSpc>
              <a:spcBef>
                <a:spcPts val="1200"/>
              </a:spcBef>
              <a:spcAft>
                <a:spcPts val="0"/>
              </a:spcAft>
              <a:buClr>
                <a:schemeClr val="dk1"/>
              </a:buClr>
              <a:buSzPts val="1000"/>
              <a:buFont typeface="Times New Roman"/>
              <a:buChar char="○"/>
            </a:pPr>
            <a:br>
              <a:rPr lang="es-419" sz="1000">
                <a:solidFill>
                  <a:schemeClr val="dk1"/>
                </a:solidFill>
                <a:latin typeface="Times New Roman"/>
                <a:ea typeface="Times New Roman"/>
                <a:cs typeface="Times New Roman"/>
                <a:sym typeface="Times New Roman"/>
              </a:rPr>
            </a:br>
            <a:endParaRPr sz="1000">
              <a:solidFill>
                <a:schemeClr val="dk1"/>
              </a:solidFill>
              <a:latin typeface="Times New Roman"/>
              <a:ea typeface="Times New Roman"/>
              <a:cs typeface="Times New Roman"/>
              <a:sym typeface="Times New Roman"/>
            </a:endParaRPr>
          </a:p>
          <a:p>
            <a:pPr indent="0" lvl="0" marL="0" rtl="0" algn="l">
              <a:lnSpc>
                <a:spcPct val="115000"/>
              </a:lnSpc>
              <a:spcBef>
                <a:spcPts val="1200"/>
              </a:spcBef>
              <a:spcAft>
                <a:spcPts val="0"/>
              </a:spcAft>
              <a:buSzPts val="1800"/>
              <a:buNone/>
            </a:pPr>
            <a:r>
              <a:rPr lang="es-419" sz="1100">
                <a:solidFill>
                  <a:schemeClr val="dk1"/>
                </a:solidFill>
                <a:latin typeface="Times New Roman"/>
                <a:ea typeface="Times New Roman"/>
                <a:cs typeface="Times New Roman"/>
                <a:sym typeface="Times New Roman"/>
              </a:rPr>
              <a:t>6</a:t>
            </a:r>
            <a:r>
              <a:rPr lang="es-419" sz="900">
                <a:solidFill>
                  <a:schemeClr val="dk1"/>
                </a:solidFill>
                <a:latin typeface="Times New Roman"/>
                <a:ea typeface="Times New Roman"/>
                <a:cs typeface="Times New Roman"/>
                <a:sym typeface="Times New Roman"/>
              </a:rPr>
              <a:t>.   ¿Qué tipo de errores suelen ocurrir en el proceso de venta? (Explique brevemente)</a:t>
            </a:r>
            <a:br>
              <a:rPr lang="es-419" sz="900">
                <a:solidFill>
                  <a:schemeClr val="dk1"/>
                </a:solidFill>
                <a:latin typeface="Times New Roman"/>
                <a:ea typeface="Times New Roman"/>
                <a:cs typeface="Times New Roman"/>
                <a:sym typeface="Times New Roman"/>
              </a:rPr>
            </a:br>
            <a:endParaRPr sz="900">
              <a:solidFill>
                <a:schemeClr val="dk1"/>
              </a:solidFill>
              <a:latin typeface="Times New Roman"/>
              <a:ea typeface="Times New Roman"/>
              <a:cs typeface="Times New Roman"/>
              <a:sym typeface="Times New Roman"/>
            </a:endParaRPr>
          </a:p>
          <a:p>
            <a:pPr indent="0" lvl="0" marL="0" rtl="0" algn="l">
              <a:lnSpc>
                <a:spcPct val="115000"/>
              </a:lnSpc>
              <a:spcBef>
                <a:spcPts val="1200"/>
              </a:spcBef>
              <a:spcAft>
                <a:spcPts val="0"/>
              </a:spcAft>
              <a:buSzPts val="1800"/>
              <a:buNone/>
            </a:pPr>
            <a:r>
              <a:rPr lang="es-419" sz="900">
                <a:solidFill>
                  <a:schemeClr val="dk1"/>
                </a:solidFill>
                <a:latin typeface="Times New Roman"/>
                <a:ea typeface="Times New Roman"/>
                <a:cs typeface="Times New Roman"/>
                <a:sym typeface="Times New Roman"/>
              </a:rPr>
              <a:t>7.    ¿Tiene forma de saber cuáles productos son los más vendidos del mes?</a:t>
            </a:r>
            <a:br>
              <a:rPr lang="es-419" sz="900">
                <a:solidFill>
                  <a:schemeClr val="dk1"/>
                </a:solidFill>
                <a:latin typeface="Times New Roman"/>
                <a:ea typeface="Times New Roman"/>
                <a:cs typeface="Times New Roman"/>
                <a:sym typeface="Times New Roman"/>
              </a:rPr>
            </a:br>
            <a:endParaRPr sz="900">
              <a:solidFill>
                <a:schemeClr val="dk1"/>
              </a:solidFill>
              <a:latin typeface="Times New Roman"/>
              <a:ea typeface="Times New Roman"/>
              <a:cs typeface="Times New Roman"/>
              <a:sym typeface="Times New Roman"/>
            </a:endParaRPr>
          </a:p>
          <a:p>
            <a:pPr indent="-285750" lvl="1" marL="914400" rtl="0" algn="l">
              <a:lnSpc>
                <a:spcPct val="115000"/>
              </a:lnSpc>
              <a:spcBef>
                <a:spcPts val="1200"/>
              </a:spcBef>
              <a:spcAft>
                <a:spcPts val="0"/>
              </a:spcAft>
              <a:buClr>
                <a:schemeClr val="dk1"/>
              </a:buClr>
              <a:buSzPts val="900"/>
              <a:buFont typeface="Times New Roman"/>
              <a:buChar char="○"/>
            </a:pPr>
            <a:r>
              <a:rPr lang="es-419" sz="900">
                <a:solidFill>
                  <a:schemeClr val="dk1"/>
                </a:solidFill>
                <a:latin typeface="Times New Roman"/>
                <a:ea typeface="Times New Roman"/>
                <a:cs typeface="Times New Roman"/>
                <a:sym typeface="Times New Roman"/>
              </a:rPr>
              <a:t>( ) Sí</a:t>
            </a:r>
            <a:br>
              <a:rPr lang="es-419" sz="900">
                <a:solidFill>
                  <a:schemeClr val="dk1"/>
                </a:solidFill>
                <a:latin typeface="Times New Roman"/>
                <a:ea typeface="Times New Roman"/>
                <a:cs typeface="Times New Roman"/>
                <a:sym typeface="Times New Roman"/>
              </a:rPr>
            </a:br>
            <a:endParaRPr sz="900">
              <a:solidFill>
                <a:schemeClr val="dk1"/>
              </a:solidFill>
              <a:latin typeface="Times New Roman"/>
              <a:ea typeface="Times New Roman"/>
              <a:cs typeface="Times New Roman"/>
              <a:sym typeface="Times New Roman"/>
            </a:endParaRPr>
          </a:p>
          <a:p>
            <a:pPr indent="-285750" lvl="1" marL="914400" rtl="0" algn="l">
              <a:lnSpc>
                <a:spcPct val="115000"/>
              </a:lnSpc>
              <a:spcBef>
                <a:spcPts val="0"/>
              </a:spcBef>
              <a:spcAft>
                <a:spcPts val="0"/>
              </a:spcAft>
              <a:buClr>
                <a:schemeClr val="dk1"/>
              </a:buClr>
              <a:buSzPts val="900"/>
              <a:buFont typeface="Times New Roman"/>
              <a:buChar char="○"/>
            </a:pPr>
            <a:r>
              <a:rPr lang="es-419" sz="900">
                <a:solidFill>
                  <a:schemeClr val="dk1"/>
                </a:solidFill>
                <a:latin typeface="Times New Roman"/>
                <a:ea typeface="Times New Roman"/>
                <a:cs typeface="Times New Roman"/>
                <a:sym typeface="Times New Roman"/>
              </a:rPr>
              <a:t>( ) No</a:t>
            </a:r>
            <a:br>
              <a:rPr lang="es-419" sz="900">
                <a:solidFill>
                  <a:schemeClr val="dk1"/>
                </a:solidFill>
                <a:latin typeface="Times New Roman"/>
                <a:ea typeface="Times New Roman"/>
                <a:cs typeface="Times New Roman"/>
                <a:sym typeface="Times New Roman"/>
              </a:rPr>
            </a:br>
            <a:endParaRPr sz="900">
              <a:solidFill>
                <a:schemeClr val="dk1"/>
              </a:solidFill>
              <a:latin typeface="Times New Roman"/>
              <a:ea typeface="Times New Roman"/>
              <a:cs typeface="Times New Roman"/>
              <a:sym typeface="Times New Roman"/>
            </a:endParaRPr>
          </a:p>
          <a:p>
            <a:pPr indent="0" lvl="0" marL="0" rtl="0" algn="l">
              <a:lnSpc>
                <a:spcPct val="115000"/>
              </a:lnSpc>
              <a:spcBef>
                <a:spcPts val="1200"/>
              </a:spcBef>
              <a:spcAft>
                <a:spcPts val="0"/>
              </a:spcAft>
              <a:buSzPts val="1800"/>
              <a:buNone/>
            </a:pPr>
            <a:r>
              <a:rPr lang="es-419" sz="900">
                <a:solidFill>
                  <a:schemeClr val="dk1"/>
                </a:solidFill>
                <a:latin typeface="Times New Roman"/>
                <a:ea typeface="Times New Roman"/>
                <a:cs typeface="Times New Roman"/>
                <a:sym typeface="Times New Roman"/>
              </a:rPr>
              <a:t>8.   ¿Qué funciones considera indispensables en un sistema de ventas digital?</a:t>
            </a:r>
            <a:br>
              <a:rPr lang="es-419" sz="900">
                <a:solidFill>
                  <a:schemeClr val="dk1"/>
                </a:solidFill>
                <a:latin typeface="Times New Roman"/>
                <a:ea typeface="Times New Roman"/>
                <a:cs typeface="Times New Roman"/>
                <a:sym typeface="Times New Roman"/>
              </a:rPr>
            </a:br>
            <a:endParaRPr sz="900">
              <a:solidFill>
                <a:schemeClr val="dk1"/>
              </a:solidFill>
              <a:latin typeface="Times New Roman"/>
              <a:ea typeface="Times New Roman"/>
              <a:cs typeface="Times New Roman"/>
              <a:sym typeface="Times New Roman"/>
            </a:endParaRPr>
          </a:p>
          <a:p>
            <a:pPr indent="0" lvl="0" marL="0" rtl="0" algn="l">
              <a:lnSpc>
                <a:spcPct val="115000"/>
              </a:lnSpc>
              <a:spcBef>
                <a:spcPts val="1200"/>
              </a:spcBef>
              <a:spcAft>
                <a:spcPts val="0"/>
              </a:spcAft>
              <a:buSzPts val="1800"/>
              <a:buNone/>
            </a:pPr>
            <a:r>
              <a:rPr lang="es-419" sz="900">
                <a:solidFill>
                  <a:schemeClr val="dk1"/>
                </a:solidFill>
                <a:latin typeface="Times New Roman"/>
                <a:ea typeface="Times New Roman"/>
                <a:cs typeface="Times New Roman"/>
                <a:sym typeface="Times New Roman"/>
              </a:rPr>
              <a:t>9.   En una escala del 1 al 5, ¿qué tan necesario considera implementar un sistema automatizado de ventas?</a:t>
            </a:r>
            <a:br>
              <a:rPr lang="es-419" sz="900">
                <a:solidFill>
                  <a:schemeClr val="dk1"/>
                </a:solidFill>
                <a:latin typeface="Times New Roman"/>
                <a:ea typeface="Times New Roman"/>
                <a:cs typeface="Times New Roman"/>
                <a:sym typeface="Times New Roman"/>
              </a:rPr>
            </a:br>
            <a:endParaRPr sz="900">
              <a:solidFill>
                <a:schemeClr val="dk1"/>
              </a:solidFill>
              <a:latin typeface="Times New Roman"/>
              <a:ea typeface="Times New Roman"/>
              <a:cs typeface="Times New Roman"/>
              <a:sym typeface="Times New Roman"/>
            </a:endParaRPr>
          </a:p>
          <a:p>
            <a:pPr indent="-285750" lvl="1" marL="914400" rtl="0" algn="l">
              <a:lnSpc>
                <a:spcPct val="115000"/>
              </a:lnSpc>
              <a:spcBef>
                <a:spcPts val="1200"/>
              </a:spcBef>
              <a:spcAft>
                <a:spcPts val="0"/>
              </a:spcAft>
              <a:buClr>
                <a:schemeClr val="dk1"/>
              </a:buClr>
              <a:buSzPts val="900"/>
              <a:buFont typeface="Times New Roman"/>
              <a:buChar char="○"/>
            </a:pPr>
            <a:r>
              <a:rPr lang="es-419" sz="900">
                <a:solidFill>
                  <a:schemeClr val="dk1"/>
                </a:solidFill>
                <a:latin typeface="Times New Roman"/>
                <a:ea typeface="Times New Roman"/>
                <a:cs typeface="Times New Roman"/>
                <a:sym typeface="Times New Roman"/>
              </a:rPr>
              <a:t>( ) 1 Nada necesario</a:t>
            </a:r>
            <a:br>
              <a:rPr lang="es-419" sz="900">
                <a:solidFill>
                  <a:schemeClr val="dk1"/>
                </a:solidFill>
                <a:latin typeface="Times New Roman"/>
                <a:ea typeface="Times New Roman"/>
                <a:cs typeface="Times New Roman"/>
                <a:sym typeface="Times New Roman"/>
              </a:rPr>
            </a:br>
            <a:endParaRPr sz="900">
              <a:solidFill>
                <a:schemeClr val="dk1"/>
              </a:solidFill>
              <a:latin typeface="Times New Roman"/>
              <a:ea typeface="Times New Roman"/>
              <a:cs typeface="Times New Roman"/>
              <a:sym typeface="Times New Roman"/>
            </a:endParaRPr>
          </a:p>
          <a:p>
            <a:pPr indent="-285750" lvl="1" marL="914400" rtl="0" algn="l">
              <a:lnSpc>
                <a:spcPct val="115000"/>
              </a:lnSpc>
              <a:spcBef>
                <a:spcPts val="0"/>
              </a:spcBef>
              <a:spcAft>
                <a:spcPts val="0"/>
              </a:spcAft>
              <a:buClr>
                <a:schemeClr val="dk1"/>
              </a:buClr>
              <a:buSzPts val="900"/>
              <a:buFont typeface="Times New Roman"/>
              <a:buChar char="○"/>
            </a:pPr>
            <a:r>
              <a:rPr lang="es-419" sz="900">
                <a:solidFill>
                  <a:schemeClr val="dk1"/>
                </a:solidFill>
                <a:latin typeface="Times New Roman"/>
                <a:ea typeface="Times New Roman"/>
                <a:cs typeface="Times New Roman"/>
                <a:sym typeface="Times New Roman"/>
              </a:rPr>
              <a:t>( ) 2 Poco necesario</a:t>
            </a:r>
            <a:br>
              <a:rPr lang="es-419" sz="900">
                <a:solidFill>
                  <a:schemeClr val="dk1"/>
                </a:solidFill>
                <a:latin typeface="Times New Roman"/>
                <a:ea typeface="Times New Roman"/>
                <a:cs typeface="Times New Roman"/>
                <a:sym typeface="Times New Roman"/>
              </a:rPr>
            </a:br>
            <a:endParaRPr sz="900">
              <a:solidFill>
                <a:schemeClr val="dk1"/>
              </a:solidFill>
              <a:latin typeface="Times New Roman"/>
              <a:ea typeface="Times New Roman"/>
              <a:cs typeface="Times New Roman"/>
              <a:sym typeface="Times New Roman"/>
            </a:endParaRPr>
          </a:p>
          <a:p>
            <a:pPr indent="-285750" lvl="1" marL="914400" rtl="0" algn="l">
              <a:lnSpc>
                <a:spcPct val="115000"/>
              </a:lnSpc>
              <a:spcBef>
                <a:spcPts val="0"/>
              </a:spcBef>
              <a:spcAft>
                <a:spcPts val="0"/>
              </a:spcAft>
              <a:buClr>
                <a:schemeClr val="dk1"/>
              </a:buClr>
              <a:buSzPts val="900"/>
              <a:buFont typeface="Times New Roman"/>
              <a:buChar char="○"/>
            </a:pPr>
            <a:r>
              <a:rPr lang="es-419" sz="900">
                <a:solidFill>
                  <a:schemeClr val="dk1"/>
                </a:solidFill>
                <a:latin typeface="Times New Roman"/>
                <a:ea typeface="Times New Roman"/>
                <a:cs typeface="Times New Roman"/>
                <a:sym typeface="Times New Roman"/>
              </a:rPr>
              <a:t>( ) 3 Necesario</a:t>
            </a:r>
            <a:br>
              <a:rPr lang="es-419" sz="900">
                <a:solidFill>
                  <a:schemeClr val="dk1"/>
                </a:solidFill>
                <a:latin typeface="Times New Roman"/>
                <a:ea typeface="Times New Roman"/>
                <a:cs typeface="Times New Roman"/>
                <a:sym typeface="Times New Roman"/>
              </a:rPr>
            </a:br>
            <a:endParaRPr sz="900">
              <a:solidFill>
                <a:schemeClr val="dk1"/>
              </a:solidFill>
              <a:latin typeface="Times New Roman"/>
              <a:ea typeface="Times New Roman"/>
              <a:cs typeface="Times New Roman"/>
              <a:sym typeface="Times New Roman"/>
            </a:endParaRPr>
          </a:p>
          <a:p>
            <a:pPr indent="-285750" lvl="1" marL="914400" rtl="0" algn="l">
              <a:lnSpc>
                <a:spcPct val="115000"/>
              </a:lnSpc>
              <a:spcBef>
                <a:spcPts val="0"/>
              </a:spcBef>
              <a:spcAft>
                <a:spcPts val="0"/>
              </a:spcAft>
              <a:buClr>
                <a:schemeClr val="dk1"/>
              </a:buClr>
              <a:buSzPts val="900"/>
              <a:buFont typeface="Times New Roman"/>
              <a:buChar char="○"/>
            </a:pPr>
            <a:r>
              <a:rPr lang="es-419" sz="900">
                <a:solidFill>
                  <a:schemeClr val="dk1"/>
                </a:solidFill>
                <a:latin typeface="Times New Roman"/>
                <a:ea typeface="Times New Roman"/>
                <a:cs typeface="Times New Roman"/>
                <a:sym typeface="Times New Roman"/>
              </a:rPr>
              <a:t>( ) 4 Muy necesario</a:t>
            </a:r>
            <a:br>
              <a:rPr lang="es-419" sz="900">
                <a:solidFill>
                  <a:schemeClr val="dk1"/>
                </a:solidFill>
                <a:latin typeface="Times New Roman"/>
                <a:ea typeface="Times New Roman"/>
                <a:cs typeface="Times New Roman"/>
                <a:sym typeface="Times New Roman"/>
              </a:rPr>
            </a:br>
            <a:endParaRPr sz="900">
              <a:solidFill>
                <a:schemeClr val="dk1"/>
              </a:solidFill>
              <a:latin typeface="Times New Roman"/>
              <a:ea typeface="Times New Roman"/>
              <a:cs typeface="Times New Roman"/>
              <a:sym typeface="Times New Roman"/>
            </a:endParaRPr>
          </a:p>
          <a:p>
            <a:pPr indent="-285750" lvl="1" marL="914400" rtl="0" algn="l">
              <a:lnSpc>
                <a:spcPct val="115000"/>
              </a:lnSpc>
              <a:spcBef>
                <a:spcPts val="0"/>
              </a:spcBef>
              <a:spcAft>
                <a:spcPts val="0"/>
              </a:spcAft>
              <a:buClr>
                <a:schemeClr val="dk1"/>
              </a:buClr>
              <a:buSzPts val="900"/>
              <a:buFont typeface="Times New Roman"/>
              <a:buChar char="○"/>
            </a:pPr>
            <a:r>
              <a:rPr lang="es-419" sz="900">
                <a:solidFill>
                  <a:schemeClr val="dk1"/>
                </a:solidFill>
                <a:latin typeface="Times New Roman"/>
                <a:ea typeface="Times New Roman"/>
                <a:cs typeface="Times New Roman"/>
                <a:sym typeface="Times New Roman"/>
              </a:rPr>
              <a:t>( ) 5 Totalmente necesario</a:t>
            </a:r>
            <a:br>
              <a:rPr lang="es-419" sz="900">
                <a:solidFill>
                  <a:schemeClr val="dk1"/>
                </a:solidFill>
                <a:latin typeface="Times New Roman"/>
                <a:ea typeface="Times New Roman"/>
                <a:cs typeface="Times New Roman"/>
                <a:sym typeface="Times New Roman"/>
              </a:rPr>
            </a:br>
            <a:endParaRPr sz="900">
              <a:solidFill>
                <a:schemeClr val="dk1"/>
              </a:solidFill>
              <a:latin typeface="Times New Roman"/>
              <a:ea typeface="Times New Roman"/>
              <a:cs typeface="Times New Roman"/>
              <a:sym typeface="Times New Roman"/>
            </a:endParaRPr>
          </a:p>
          <a:p>
            <a:pPr indent="0" lvl="0" marL="0" rtl="0" algn="l">
              <a:lnSpc>
                <a:spcPct val="115000"/>
              </a:lnSpc>
              <a:spcBef>
                <a:spcPts val="1200"/>
              </a:spcBef>
              <a:spcAft>
                <a:spcPts val="0"/>
              </a:spcAft>
              <a:buSzPts val="1800"/>
              <a:buNone/>
            </a:pPr>
            <a:r>
              <a:rPr lang="es-419" sz="900">
                <a:solidFill>
                  <a:schemeClr val="dk1"/>
                </a:solidFill>
                <a:latin typeface="Times New Roman"/>
                <a:ea typeface="Times New Roman"/>
                <a:cs typeface="Times New Roman"/>
                <a:sym typeface="Times New Roman"/>
              </a:rPr>
              <a:t>10.    ¿Qué impacto cree que tendría este sistema en su productividad diaria?</a:t>
            </a:r>
            <a:br>
              <a:rPr lang="es-419" sz="900">
                <a:solidFill>
                  <a:schemeClr val="dk1"/>
                </a:solidFill>
                <a:latin typeface="Times New Roman"/>
                <a:ea typeface="Times New Roman"/>
                <a:cs typeface="Times New Roman"/>
                <a:sym typeface="Times New Roman"/>
              </a:rPr>
            </a:br>
            <a:br>
              <a:rPr lang="es-419" sz="900">
                <a:solidFill>
                  <a:schemeClr val="dk1"/>
                </a:solidFill>
                <a:latin typeface="Times New Roman"/>
                <a:ea typeface="Times New Roman"/>
                <a:cs typeface="Times New Roman"/>
                <a:sym typeface="Times New Roman"/>
              </a:rPr>
            </a:br>
            <a:endParaRPr sz="900">
              <a:solidFill>
                <a:schemeClr val="dk1"/>
              </a:solidFill>
              <a:latin typeface="Times New Roman"/>
              <a:ea typeface="Times New Roman"/>
              <a:cs typeface="Times New Roman"/>
              <a:sym typeface="Times New Roman"/>
            </a:endParaRPr>
          </a:p>
          <a:p>
            <a:pPr indent="0" lvl="0" marL="0" rtl="0" algn="l">
              <a:lnSpc>
                <a:spcPct val="95000"/>
              </a:lnSpc>
              <a:spcBef>
                <a:spcPts val="1200"/>
              </a:spcBef>
              <a:spcAft>
                <a:spcPts val="0"/>
              </a:spcAft>
              <a:buClr>
                <a:schemeClr val="dk1"/>
              </a:buClr>
              <a:buSzPts val="1100"/>
              <a:buFont typeface="Arial"/>
              <a:buNone/>
            </a:pPr>
            <a:r>
              <a:t/>
            </a:r>
            <a:endParaRPr sz="900">
              <a:solidFill>
                <a:schemeClr val="dk1"/>
              </a:solidFill>
              <a:latin typeface="Times New Roman"/>
              <a:ea typeface="Times New Roman"/>
              <a:cs typeface="Times New Roman"/>
              <a:sym typeface="Times New Roman"/>
            </a:endParaRPr>
          </a:p>
          <a:p>
            <a:pPr indent="0" lvl="0" marL="0" rtl="0" algn="l">
              <a:lnSpc>
                <a:spcPct val="95000"/>
              </a:lnSpc>
              <a:spcBef>
                <a:spcPts val="1200"/>
              </a:spcBef>
              <a:spcAft>
                <a:spcPts val="0"/>
              </a:spcAft>
              <a:buSzPts val="1800"/>
              <a:buNone/>
            </a:pPr>
            <a:r>
              <a:t/>
            </a:r>
            <a:endParaRPr sz="935">
              <a:solidFill>
                <a:schemeClr val="dk1"/>
              </a:solidFill>
              <a:latin typeface="Times New Roman"/>
              <a:ea typeface="Times New Roman"/>
              <a:cs typeface="Times New Roman"/>
              <a:sym typeface="Times New Roman"/>
            </a:endParaRPr>
          </a:p>
          <a:p>
            <a:pPr indent="0" lvl="0" marL="457200" rtl="0" algn="l">
              <a:lnSpc>
                <a:spcPct val="95000"/>
              </a:lnSpc>
              <a:spcBef>
                <a:spcPts val="1200"/>
              </a:spcBef>
              <a:spcAft>
                <a:spcPts val="0"/>
              </a:spcAft>
              <a:buSzPts val="1800"/>
              <a:buNone/>
            </a:pPr>
            <a:r>
              <a:t/>
            </a:r>
            <a:endParaRPr sz="835">
              <a:solidFill>
                <a:schemeClr val="dk1"/>
              </a:solidFill>
              <a:latin typeface="Times New Roman"/>
              <a:ea typeface="Times New Roman"/>
              <a:cs typeface="Times New Roman"/>
              <a:sym typeface="Times New Roman"/>
            </a:endParaRPr>
          </a:p>
          <a:p>
            <a:pPr indent="0" lvl="0" marL="457200" rtl="0" algn="l">
              <a:lnSpc>
                <a:spcPct val="95000"/>
              </a:lnSpc>
              <a:spcBef>
                <a:spcPts val="1200"/>
              </a:spcBef>
              <a:spcAft>
                <a:spcPts val="0"/>
              </a:spcAft>
              <a:buSzPts val="358"/>
              <a:buNone/>
            </a:pPr>
            <a:br>
              <a:rPr lang="es-419" sz="457">
                <a:solidFill>
                  <a:schemeClr val="dk1"/>
                </a:solidFill>
                <a:latin typeface="Times New Roman"/>
                <a:ea typeface="Times New Roman"/>
                <a:cs typeface="Times New Roman"/>
                <a:sym typeface="Times New Roman"/>
              </a:rPr>
            </a:br>
            <a:endParaRPr sz="717">
              <a:solidFill>
                <a:schemeClr val="dk1"/>
              </a:solidFill>
              <a:latin typeface="Times New Roman"/>
              <a:ea typeface="Times New Roman"/>
              <a:cs typeface="Times New Roman"/>
              <a:sym typeface="Times New Roman"/>
            </a:endParaRPr>
          </a:p>
          <a:p>
            <a:pPr indent="0" lvl="0" marL="0" rtl="0" algn="l">
              <a:lnSpc>
                <a:spcPct val="95000"/>
              </a:lnSpc>
              <a:spcBef>
                <a:spcPts val="1200"/>
              </a:spcBef>
              <a:spcAft>
                <a:spcPts val="0"/>
              </a:spcAft>
              <a:buSzPts val="358"/>
              <a:buNone/>
            </a:pPr>
            <a:r>
              <a:t/>
            </a:r>
            <a:endParaRPr sz="685">
              <a:solidFill>
                <a:schemeClr val="dk1"/>
              </a:solidFill>
              <a:latin typeface="Times New Roman"/>
              <a:ea typeface="Times New Roman"/>
              <a:cs typeface="Times New Roman"/>
              <a:sym typeface="Times New Roman"/>
            </a:endParaRPr>
          </a:p>
          <a:p>
            <a:pPr indent="0" lvl="0" marL="0" rtl="0" algn="l">
              <a:lnSpc>
                <a:spcPct val="95000"/>
              </a:lnSpc>
              <a:spcBef>
                <a:spcPts val="1200"/>
              </a:spcBef>
              <a:spcAft>
                <a:spcPts val="1200"/>
              </a:spcAft>
              <a:buSzPts val="358"/>
              <a:buNone/>
            </a:pPr>
            <a:r>
              <a:t/>
            </a:r>
            <a:endParaRPr sz="685">
              <a:solidFill>
                <a:schemeClr val="dk1"/>
              </a:solidFill>
              <a:latin typeface="Times New Roman"/>
              <a:ea typeface="Times New Roman"/>
              <a:cs typeface="Times New Roman"/>
              <a:sym typeface="Times New Roman"/>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 name="Shape 117"/>
        <p:cNvGrpSpPr/>
        <p:nvPr/>
      </p:nvGrpSpPr>
      <p:grpSpPr>
        <a:xfrm>
          <a:off x="0" y="0"/>
          <a:ext cx="0" cy="0"/>
          <a:chOff x="0" y="0"/>
          <a:chExt cx="0" cy="0"/>
        </a:xfrm>
      </p:grpSpPr>
      <p:sp>
        <p:nvSpPr>
          <p:cNvPr id="118" name="Google Shape;118;p9"/>
          <p:cNvSpPr txBox="1"/>
          <p:nvPr>
            <p:ph type="title"/>
          </p:nvPr>
        </p:nvSpPr>
        <p:spPr>
          <a:xfrm>
            <a:off x="0" y="0"/>
            <a:ext cx="8520600" cy="5727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2800"/>
              <a:buNone/>
            </a:pPr>
            <a:r>
              <a:rPr b="1" lang="es-419" sz="1900">
                <a:highlight>
                  <a:srgbClr val="FFFFFF"/>
                </a:highlight>
                <a:latin typeface="Times New Roman"/>
                <a:ea typeface="Times New Roman"/>
                <a:cs typeface="Times New Roman"/>
                <a:sym typeface="Times New Roman"/>
              </a:rPr>
              <a:t>8. Técnicas e instrumentos de recolección</a:t>
            </a:r>
            <a:endParaRPr b="1" sz="1900">
              <a:latin typeface="Times New Roman"/>
              <a:ea typeface="Times New Roman"/>
              <a:cs typeface="Times New Roman"/>
              <a:sym typeface="Times New Roman"/>
            </a:endParaRPr>
          </a:p>
        </p:txBody>
      </p:sp>
      <p:sp>
        <p:nvSpPr>
          <p:cNvPr id="119" name="Google Shape;119;p9"/>
          <p:cNvSpPr txBox="1"/>
          <p:nvPr>
            <p:ph idx="1" type="body"/>
          </p:nvPr>
        </p:nvSpPr>
        <p:spPr>
          <a:xfrm>
            <a:off x="0" y="474175"/>
            <a:ext cx="5034000" cy="38652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400"/>
              </a:spcBef>
              <a:spcAft>
                <a:spcPts val="0"/>
              </a:spcAft>
              <a:buSzPts val="1800"/>
              <a:buNone/>
            </a:pPr>
            <a:r>
              <a:rPr b="1" lang="es-419" sz="1300">
                <a:solidFill>
                  <a:schemeClr val="dk1"/>
                </a:solidFill>
                <a:latin typeface="Times New Roman"/>
                <a:ea typeface="Times New Roman"/>
                <a:cs typeface="Times New Roman"/>
                <a:sym typeface="Times New Roman"/>
              </a:rPr>
              <a:t>Rol 2: Coordinador de Ventas</a:t>
            </a:r>
            <a:endParaRPr b="1" sz="1300">
              <a:solidFill>
                <a:schemeClr val="dk1"/>
              </a:solidFill>
              <a:latin typeface="Times New Roman"/>
              <a:ea typeface="Times New Roman"/>
              <a:cs typeface="Times New Roman"/>
              <a:sym typeface="Times New Roman"/>
            </a:endParaRPr>
          </a:p>
          <a:p>
            <a:pPr indent="0" lvl="0" marL="0" rtl="0" algn="l">
              <a:lnSpc>
                <a:spcPct val="115000"/>
              </a:lnSpc>
              <a:spcBef>
                <a:spcPts val="1200"/>
              </a:spcBef>
              <a:spcAft>
                <a:spcPts val="0"/>
              </a:spcAft>
              <a:buSzPts val="1800"/>
              <a:buNone/>
            </a:pPr>
            <a:r>
              <a:rPr b="1" lang="es-419" sz="1100">
                <a:solidFill>
                  <a:schemeClr val="dk1"/>
                </a:solidFill>
                <a:latin typeface="Times New Roman"/>
                <a:ea typeface="Times New Roman"/>
                <a:cs typeface="Times New Roman"/>
                <a:sym typeface="Times New Roman"/>
              </a:rPr>
              <a:t>Técnica:</a:t>
            </a:r>
            <a:r>
              <a:rPr lang="es-419" sz="1100">
                <a:solidFill>
                  <a:schemeClr val="dk1"/>
                </a:solidFill>
                <a:latin typeface="Times New Roman"/>
                <a:ea typeface="Times New Roman"/>
                <a:cs typeface="Times New Roman"/>
                <a:sym typeface="Times New Roman"/>
              </a:rPr>
              <a:t> Entrevista semi-estructurada</a:t>
            </a:r>
            <a:br>
              <a:rPr lang="es-419" sz="1100">
                <a:solidFill>
                  <a:schemeClr val="dk1"/>
                </a:solidFill>
                <a:latin typeface="Times New Roman"/>
                <a:ea typeface="Times New Roman"/>
                <a:cs typeface="Times New Roman"/>
                <a:sym typeface="Times New Roman"/>
              </a:rPr>
            </a:br>
            <a:r>
              <a:rPr lang="es-419" sz="1100">
                <a:solidFill>
                  <a:schemeClr val="dk1"/>
                </a:solidFill>
                <a:latin typeface="Times New Roman"/>
                <a:ea typeface="Times New Roman"/>
                <a:cs typeface="Times New Roman"/>
                <a:sym typeface="Times New Roman"/>
              </a:rPr>
              <a:t> </a:t>
            </a:r>
            <a:r>
              <a:rPr b="1" lang="es-419" sz="1100">
                <a:solidFill>
                  <a:schemeClr val="dk1"/>
                </a:solidFill>
                <a:latin typeface="Times New Roman"/>
                <a:ea typeface="Times New Roman"/>
                <a:cs typeface="Times New Roman"/>
                <a:sym typeface="Times New Roman"/>
              </a:rPr>
              <a:t>Instrumento:</a:t>
            </a:r>
            <a:r>
              <a:rPr lang="es-419" sz="1100">
                <a:solidFill>
                  <a:schemeClr val="dk1"/>
                </a:solidFill>
                <a:latin typeface="Times New Roman"/>
                <a:ea typeface="Times New Roman"/>
                <a:cs typeface="Times New Roman"/>
                <a:sym typeface="Times New Roman"/>
              </a:rPr>
              <a:t> Cuestionario mixto</a:t>
            </a:r>
            <a:endParaRPr sz="1100">
              <a:solidFill>
                <a:schemeClr val="dk1"/>
              </a:solidFill>
              <a:latin typeface="Times New Roman"/>
              <a:ea typeface="Times New Roman"/>
              <a:cs typeface="Times New Roman"/>
              <a:sym typeface="Times New Roman"/>
            </a:endParaRPr>
          </a:p>
          <a:p>
            <a:pPr indent="-292100" lvl="0" marL="457200" rtl="0" algn="l">
              <a:lnSpc>
                <a:spcPct val="115000"/>
              </a:lnSpc>
              <a:spcBef>
                <a:spcPts val="1200"/>
              </a:spcBef>
              <a:spcAft>
                <a:spcPts val="0"/>
              </a:spcAft>
              <a:buClr>
                <a:schemeClr val="dk1"/>
              </a:buClr>
              <a:buSzPts val="1000"/>
              <a:buFont typeface="Times New Roman"/>
              <a:buAutoNum type="arabicPeriod"/>
            </a:pPr>
            <a:r>
              <a:rPr lang="es-419" sz="1000">
                <a:solidFill>
                  <a:schemeClr val="dk1"/>
                </a:solidFill>
                <a:latin typeface="Times New Roman"/>
                <a:ea typeface="Times New Roman"/>
                <a:cs typeface="Times New Roman"/>
                <a:sym typeface="Times New Roman"/>
              </a:rPr>
              <a:t>¿Qué medios utiliza para monitorear los pedidos y cotizaciones que gestionan los vendedores?</a:t>
            </a:r>
            <a:br>
              <a:rPr lang="es-419" sz="1000">
                <a:solidFill>
                  <a:schemeClr val="dk1"/>
                </a:solidFill>
                <a:latin typeface="Times New Roman"/>
                <a:ea typeface="Times New Roman"/>
                <a:cs typeface="Times New Roman"/>
                <a:sym typeface="Times New Roman"/>
              </a:rPr>
            </a:br>
            <a:endParaRPr sz="1000">
              <a:solidFill>
                <a:schemeClr val="dk1"/>
              </a:solidFill>
              <a:latin typeface="Times New Roman"/>
              <a:ea typeface="Times New Roman"/>
              <a:cs typeface="Times New Roman"/>
              <a:sym typeface="Times New Roman"/>
            </a:endParaRPr>
          </a:p>
          <a:p>
            <a:pPr indent="-292100" lvl="0" marL="457200" rtl="0" algn="l">
              <a:lnSpc>
                <a:spcPct val="115000"/>
              </a:lnSpc>
              <a:spcBef>
                <a:spcPts val="0"/>
              </a:spcBef>
              <a:spcAft>
                <a:spcPts val="0"/>
              </a:spcAft>
              <a:buClr>
                <a:schemeClr val="dk1"/>
              </a:buClr>
              <a:buSzPts val="1000"/>
              <a:buFont typeface="Times New Roman"/>
              <a:buAutoNum type="arabicPeriod"/>
            </a:pPr>
            <a:r>
              <a:rPr lang="es-419" sz="1000">
                <a:solidFill>
                  <a:schemeClr val="dk1"/>
                </a:solidFill>
                <a:latin typeface="Times New Roman"/>
                <a:ea typeface="Times New Roman"/>
                <a:cs typeface="Times New Roman"/>
                <a:sym typeface="Times New Roman"/>
              </a:rPr>
              <a:t>¿Tiene acceso en tiempo real a la información de ventas?</a:t>
            </a:r>
            <a:br>
              <a:rPr lang="es-419" sz="1000">
                <a:solidFill>
                  <a:schemeClr val="dk1"/>
                </a:solidFill>
                <a:latin typeface="Times New Roman"/>
                <a:ea typeface="Times New Roman"/>
                <a:cs typeface="Times New Roman"/>
                <a:sym typeface="Times New Roman"/>
              </a:rPr>
            </a:br>
            <a:endParaRPr sz="1000">
              <a:solidFill>
                <a:schemeClr val="dk1"/>
              </a:solidFill>
              <a:latin typeface="Times New Roman"/>
              <a:ea typeface="Times New Roman"/>
              <a:cs typeface="Times New Roman"/>
              <a:sym typeface="Times New Roman"/>
            </a:endParaRPr>
          </a:p>
          <a:p>
            <a:pPr indent="-292100" lvl="1" marL="914400" rtl="0" algn="l">
              <a:lnSpc>
                <a:spcPct val="115000"/>
              </a:lnSpc>
              <a:spcBef>
                <a:spcPts val="0"/>
              </a:spcBef>
              <a:spcAft>
                <a:spcPts val="0"/>
              </a:spcAft>
              <a:buClr>
                <a:schemeClr val="dk1"/>
              </a:buClr>
              <a:buSzPts val="1000"/>
              <a:buFont typeface="Times New Roman"/>
              <a:buChar char="○"/>
            </a:pPr>
            <a:r>
              <a:rPr lang="es-419" sz="1000">
                <a:solidFill>
                  <a:schemeClr val="dk1"/>
                </a:solidFill>
                <a:latin typeface="Times New Roman"/>
                <a:ea typeface="Times New Roman"/>
                <a:cs typeface="Times New Roman"/>
                <a:sym typeface="Times New Roman"/>
              </a:rPr>
              <a:t>( ) Sí</a:t>
            </a:r>
            <a:br>
              <a:rPr lang="es-419" sz="1000">
                <a:solidFill>
                  <a:schemeClr val="dk1"/>
                </a:solidFill>
                <a:latin typeface="Times New Roman"/>
                <a:ea typeface="Times New Roman"/>
                <a:cs typeface="Times New Roman"/>
                <a:sym typeface="Times New Roman"/>
              </a:rPr>
            </a:br>
            <a:endParaRPr sz="1000">
              <a:solidFill>
                <a:schemeClr val="dk1"/>
              </a:solidFill>
              <a:latin typeface="Times New Roman"/>
              <a:ea typeface="Times New Roman"/>
              <a:cs typeface="Times New Roman"/>
              <a:sym typeface="Times New Roman"/>
            </a:endParaRPr>
          </a:p>
          <a:p>
            <a:pPr indent="-292100" lvl="1" marL="914400" rtl="0" algn="l">
              <a:lnSpc>
                <a:spcPct val="115000"/>
              </a:lnSpc>
              <a:spcBef>
                <a:spcPts val="0"/>
              </a:spcBef>
              <a:spcAft>
                <a:spcPts val="0"/>
              </a:spcAft>
              <a:buClr>
                <a:schemeClr val="dk1"/>
              </a:buClr>
              <a:buSzPts val="1000"/>
              <a:buFont typeface="Times New Roman"/>
              <a:buChar char="○"/>
            </a:pPr>
            <a:r>
              <a:rPr lang="es-419" sz="1000">
                <a:solidFill>
                  <a:schemeClr val="dk1"/>
                </a:solidFill>
                <a:latin typeface="Times New Roman"/>
                <a:ea typeface="Times New Roman"/>
                <a:cs typeface="Times New Roman"/>
                <a:sym typeface="Times New Roman"/>
              </a:rPr>
              <a:t>( ) No</a:t>
            </a:r>
            <a:br>
              <a:rPr lang="es-419" sz="1000">
                <a:solidFill>
                  <a:schemeClr val="dk1"/>
                </a:solidFill>
                <a:latin typeface="Times New Roman"/>
                <a:ea typeface="Times New Roman"/>
                <a:cs typeface="Times New Roman"/>
                <a:sym typeface="Times New Roman"/>
              </a:rPr>
            </a:br>
            <a:endParaRPr sz="1000">
              <a:solidFill>
                <a:schemeClr val="dk1"/>
              </a:solidFill>
              <a:latin typeface="Times New Roman"/>
              <a:ea typeface="Times New Roman"/>
              <a:cs typeface="Times New Roman"/>
              <a:sym typeface="Times New Roman"/>
            </a:endParaRPr>
          </a:p>
          <a:p>
            <a:pPr indent="-292100" lvl="1" marL="914400" rtl="0" algn="l">
              <a:lnSpc>
                <a:spcPct val="115000"/>
              </a:lnSpc>
              <a:spcBef>
                <a:spcPts val="0"/>
              </a:spcBef>
              <a:spcAft>
                <a:spcPts val="0"/>
              </a:spcAft>
              <a:buClr>
                <a:schemeClr val="dk1"/>
              </a:buClr>
              <a:buSzPts val="1000"/>
              <a:buFont typeface="Times New Roman"/>
              <a:buChar char="○"/>
            </a:pPr>
            <a:r>
              <a:rPr lang="es-419" sz="1000">
                <a:solidFill>
                  <a:schemeClr val="dk1"/>
                </a:solidFill>
                <a:latin typeface="Times New Roman"/>
                <a:ea typeface="Times New Roman"/>
                <a:cs typeface="Times New Roman"/>
                <a:sym typeface="Times New Roman"/>
              </a:rPr>
              <a:t>Si respondió "Sí", ¿cómo accede?</a:t>
            </a:r>
            <a:br>
              <a:rPr lang="es-419" sz="1000">
                <a:solidFill>
                  <a:schemeClr val="dk1"/>
                </a:solidFill>
                <a:latin typeface="Times New Roman"/>
                <a:ea typeface="Times New Roman"/>
                <a:cs typeface="Times New Roman"/>
                <a:sym typeface="Times New Roman"/>
              </a:rPr>
            </a:br>
            <a:endParaRPr sz="1000">
              <a:solidFill>
                <a:schemeClr val="dk1"/>
              </a:solidFill>
              <a:latin typeface="Times New Roman"/>
              <a:ea typeface="Times New Roman"/>
              <a:cs typeface="Times New Roman"/>
              <a:sym typeface="Times New Roman"/>
            </a:endParaRPr>
          </a:p>
          <a:p>
            <a:pPr indent="-292100" lvl="0" marL="457200" rtl="0" algn="l">
              <a:lnSpc>
                <a:spcPct val="115000"/>
              </a:lnSpc>
              <a:spcBef>
                <a:spcPts val="0"/>
              </a:spcBef>
              <a:spcAft>
                <a:spcPts val="0"/>
              </a:spcAft>
              <a:buClr>
                <a:schemeClr val="dk1"/>
              </a:buClr>
              <a:buSzPts val="1000"/>
              <a:buFont typeface="Times New Roman"/>
              <a:buAutoNum type="arabicPeriod"/>
            </a:pPr>
            <a:r>
              <a:rPr lang="es-419" sz="1000">
                <a:solidFill>
                  <a:schemeClr val="dk1"/>
                </a:solidFill>
                <a:latin typeface="Times New Roman"/>
                <a:ea typeface="Times New Roman"/>
                <a:cs typeface="Times New Roman"/>
                <a:sym typeface="Times New Roman"/>
              </a:rPr>
              <a:t>¿Con qué frecuencia realiza reportes de ventas para la gerencia?</a:t>
            </a:r>
            <a:br>
              <a:rPr lang="es-419" sz="1000">
                <a:solidFill>
                  <a:schemeClr val="dk1"/>
                </a:solidFill>
                <a:latin typeface="Times New Roman"/>
                <a:ea typeface="Times New Roman"/>
                <a:cs typeface="Times New Roman"/>
                <a:sym typeface="Times New Roman"/>
              </a:rPr>
            </a:br>
            <a:endParaRPr sz="1000">
              <a:solidFill>
                <a:schemeClr val="dk1"/>
              </a:solidFill>
              <a:latin typeface="Times New Roman"/>
              <a:ea typeface="Times New Roman"/>
              <a:cs typeface="Times New Roman"/>
              <a:sym typeface="Times New Roman"/>
            </a:endParaRPr>
          </a:p>
          <a:p>
            <a:pPr indent="-292100" lvl="1" marL="914400" rtl="0" algn="l">
              <a:lnSpc>
                <a:spcPct val="115000"/>
              </a:lnSpc>
              <a:spcBef>
                <a:spcPts val="0"/>
              </a:spcBef>
              <a:spcAft>
                <a:spcPts val="0"/>
              </a:spcAft>
              <a:buClr>
                <a:schemeClr val="dk1"/>
              </a:buClr>
              <a:buSzPts val="1000"/>
              <a:buFont typeface="Times New Roman"/>
              <a:buChar char="○"/>
            </a:pPr>
            <a:r>
              <a:rPr lang="es-419" sz="1000">
                <a:solidFill>
                  <a:schemeClr val="dk1"/>
                </a:solidFill>
                <a:latin typeface="Times New Roman"/>
                <a:ea typeface="Times New Roman"/>
                <a:cs typeface="Times New Roman"/>
                <a:sym typeface="Times New Roman"/>
              </a:rPr>
              <a:t>( ) Diaria</a:t>
            </a:r>
            <a:br>
              <a:rPr lang="es-419" sz="1000">
                <a:solidFill>
                  <a:schemeClr val="dk1"/>
                </a:solidFill>
                <a:latin typeface="Times New Roman"/>
                <a:ea typeface="Times New Roman"/>
                <a:cs typeface="Times New Roman"/>
                <a:sym typeface="Times New Roman"/>
              </a:rPr>
            </a:br>
            <a:endParaRPr sz="1000">
              <a:solidFill>
                <a:schemeClr val="dk1"/>
              </a:solidFill>
              <a:latin typeface="Times New Roman"/>
              <a:ea typeface="Times New Roman"/>
              <a:cs typeface="Times New Roman"/>
              <a:sym typeface="Times New Roman"/>
            </a:endParaRPr>
          </a:p>
          <a:p>
            <a:pPr indent="-292100" lvl="1" marL="914400" rtl="0" algn="l">
              <a:lnSpc>
                <a:spcPct val="115000"/>
              </a:lnSpc>
              <a:spcBef>
                <a:spcPts val="0"/>
              </a:spcBef>
              <a:spcAft>
                <a:spcPts val="0"/>
              </a:spcAft>
              <a:buClr>
                <a:schemeClr val="dk1"/>
              </a:buClr>
              <a:buSzPts val="1000"/>
              <a:buFont typeface="Times New Roman"/>
              <a:buChar char="○"/>
            </a:pPr>
            <a:r>
              <a:rPr lang="es-419" sz="1000">
                <a:solidFill>
                  <a:schemeClr val="dk1"/>
                </a:solidFill>
                <a:latin typeface="Times New Roman"/>
                <a:ea typeface="Times New Roman"/>
                <a:cs typeface="Times New Roman"/>
                <a:sym typeface="Times New Roman"/>
              </a:rPr>
              <a:t>( ) Semanal</a:t>
            </a:r>
            <a:br>
              <a:rPr lang="es-419" sz="1000">
                <a:solidFill>
                  <a:schemeClr val="dk1"/>
                </a:solidFill>
                <a:latin typeface="Times New Roman"/>
                <a:ea typeface="Times New Roman"/>
                <a:cs typeface="Times New Roman"/>
                <a:sym typeface="Times New Roman"/>
              </a:rPr>
            </a:br>
            <a:endParaRPr sz="1000">
              <a:solidFill>
                <a:schemeClr val="dk1"/>
              </a:solidFill>
              <a:latin typeface="Times New Roman"/>
              <a:ea typeface="Times New Roman"/>
              <a:cs typeface="Times New Roman"/>
              <a:sym typeface="Times New Roman"/>
            </a:endParaRPr>
          </a:p>
          <a:p>
            <a:pPr indent="-292100" lvl="1" marL="914400" rtl="0" algn="l">
              <a:lnSpc>
                <a:spcPct val="115000"/>
              </a:lnSpc>
              <a:spcBef>
                <a:spcPts val="0"/>
              </a:spcBef>
              <a:spcAft>
                <a:spcPts val="0"/>
              </a:spcAft>
              <a:buClr>
                <a:schemeClr val="dk1"/>
              </a:buClr>
              <a:buSzPts val="1000"/>
              <a:buFont typeface="Times New Roman"/>
              <a:buChar char="○"/>
            </a:pPr>
            <a:r>
              <a:rPr lang="es-419" sz="1000">
                <a:solidFill>
                  <a:schemeClr val="dk1"/>
                </a:solidFill>
                <a:latin typeface="Times New Roman"/>
                <a:ea typeface="Times New Roman"/>
                <a:cs typeface="Times New Roman"/>
                <a:sym typeface="Times New Roman"/>
              </a:rPr>
              <a:t>( ) Mensual</a:t>
            </a:r>
            <a:br>
              <a:rPr lang="es-419" sz="1000">
                <a:solidFill>
                  <a:schemeClr val="dk1"/>
                </a:solidFill>
                <a:latin typeface="Times New Roman"/>
                <a:ea typeface="Times New Roman"/>
                <a:cs typeface="Times New Roman"/>
                <a:sym typeface="Times New Roman"/>
              </a:rPr>
            </a:br>
            <a:endParaRPr sz="1000">
              <a:solidFill>
                <a:schemeClr val="dk1"/>
              </a:solidFill>
              <a:latin typeface="Times New Roman"/>
              <a:ea typeface="Times New Roman"/>
              <a:cs typeface="Times New Roman"/>
              <a:sym typeface="Times New Roman"/>
            </a:endParaRPr>
          </a:p>
          <a:p>
            <a:pPr indent="-292100" lvl="1" marL="914400" rtl="0" algn="l">
              <a:lnSpc>
                <a:spcPct val="115000"/>
              </a:lnSpc>
              <a:spcBef>
                <a:spcPts val="0"/>
              </a:spcBef>
              <a:spcAft>
                <a:spcPts val="0"/>
              </a:spcAft>
              <a:buClr>
                <a:schemeClr val="dk1"/>
              </a:buClr>
              <a:buSzPts val="1000"/>
              <a:buFont typeface="Times New Roman"/>
              <a:buChar char="○"/>
            </a:pPr>
            <a:r>
              <a:rPr lang="es-419" sz="1000">
                <a:solidFill>
                  <a:schemeClr val="dk1"/>
                </a:solidFill>
                <a:latin typeface="Times New Roman"/>
                <a:ea typeface="Times New Roman"/>
                <a:cs typeface="Times New Roman"/>
                <a:sym typeface="Times New Roman"/>
              </a:rPr>
              <a:t>( ) Esporádicamente</a:t>
            </a:r>
            <a:br>
              <a:rPr lang="es-419" sz="1000">
                <a:solidFill>
                  <a:schemeClr val="dk1"/>
                </a:solidFill>
                <a:latin typeface="Times New Roman"/>
                <a:ea typeface="Times New Roman"/>
                <a:cs typeface="Times New Roman"/>
                <a:sym typeface="Times New Roman"/>
              </a:rPr>
            </a:br>
            <a:endParaRPr sz="1000">
              <a:solidFill>
                <a:schemeClr val="dk1"/>
              </a:solidFill>
              <a:latin typeface="Times New Roman"/>
              <a:ea typeface="Times New Roman"/>
              <a:cs typeface="Times New Roman"/>
              <a:sym typeface="Times New Roman"/>
            </a:endParaRPr>
          </a:p>
          <a:p>
            <a:pPr indent="0" lvl="0" marL="457200" rtl="0" algn="l">
              <a:lnSpc>
                <a:spcPct val="115000"/>
              </a:lnSpc>
              <a:spcBef>
                <a:spcPts val="1200"/>
              </a:spcBef>
              <a:spcAft>
                <a:spcPts val="0"/>
              </a:spcAft>
              <a:buSzPts val="1800"/>
              <a:buNone/>
            </a:pPr>
            <a:r>
              <a:t/>
            </a:r>
            <a:endParaRPr sz="900">
              <a:solidFill>
                <a:schemeClr val="dk1"/>
              </a:solidFill>
              <a:latin typeface="Times New Roman"/>
              <a:ea typeface="Times New Roman"/>
              <a:cs typeface="Times New Roman"/>
              <a:sym typeface="Times New Roman"/>
            </a:endParaRPr>
          </a:p>
          <a:p>
            <a:pPr indent="0" lvl="0" marL="457200" rtl="0" algn="l">
              <a:lnSpc>
                <a:spcPct val="95000"/>
              </a:lnSpc>
              <a:spcBef>
                <a:spcPts val="1200"/>
              </a:spcBef>
              <a:spcAft>
                <a:spcPts val="0"/>
              </a:spcAft>
              <a:buSzPts val="1800"/>
              <a:buNone/>
            </a:pPr>
            <a:r>
              <a:t/>
            </a:r>
            <a:endParaRPr sz="900">
              <a:solidFill>
                <a:schemeClr val="dk1"/>
              </a:solidFill>
              <a:latin typeface="Times New Roman"/>
              <a:ea typeface="Times New Roman"/>
              <a:cs typeface="Times New Roman"/>
              <a:sym typeface="Times New Roman"/>
            </a:endParaRPr>
          </a:p>
          <a:p>
            <a:pPr indent="0" lvl="0" marL="457200" rtl="0" algn="l">
              <a:lnSpc>
                <a:spcPct val="95000"/>
              </a:lnSpc>
              <a:spcBef>
                <a:spcPts val="1200"/>
              </a:spcBef>
              <a:spcAft>
                <a:spcPts val="0"/>
              </a:spcAft>
              <a:buSzPts val="1800"/>
              <a:buNone/>
            </a:pPr>
            <a:r>
              <a:t/>
            </a:r>
            <a:endParaRPr sz="900">
              <a:solidFill>
                <a:schemeClr val="dk1"/>
              </a:solidFill>
              <a:latin typeface="Times New Roman"/>
              <a:ea typeface="Times New Roman"/>
              <a:cs typeface="Times New Roman"/>
              <a:sym typeface="Times New Roman"/>
            </a:endParaRPr>
          </a:p>
          <a:p>
            <a:pPr indent="0" lvl="0" marL="457200" rtl="0" algn="l">
              <a:lnSpc>
                <a:spcPct val="95000"/>
              </a:lnSpc>
              <a:spcBef>
                <a:spcPts val="1200"/>
              </a:spcBef>
              <a:spcAft>
                <a:spcPts val="0"/>
              </a:spcAft>
              <a:buSzPts val="358"/>
              <a:buNone/>
            </a:pPr>
            <a:br>
              <a:rPr lang="es-419" sz="900">
                <a:solidFill>
                  <a:schemeClr val="dk1"/>
                </a:solidFill>
                <a:latin typeface="Times New Roman"/>
                <a:ea typeface="Times New Roman"/>
                <a:cs typeface="Times New Roman"/>
                <a:sym typeface="Times New Roman"/>
              </a:rPr>
            </a:br>
            <a:endParaRPr sz="900">
              <a:solidFill>
                <a:schemeClr val="dk1"/>
              </a:solidFill>
              <a:latin typeface="Times New Roman"/>
              <a:ea typeface="Times New Roman"/>
              <a:cs typeface="Times New Roman"/>
              <a:sym typeface="Times New Roman"/>
            </a:endParaRPr>
          </a:p>
          <a:p>
            <a:pPr indent="0" lvl="0" marL="0" rtl="0" algn="l">
              <a:lnSpc>
                <a:spcPct val="95000"/>
              </a:lnSpc>
              <a:spcBef>
                <a:spcPts val="1200"/>
              </a:spcBef>
              <a:spcAft>
                <a:spcPts val="0"/>
              </a:spcAft>
              <a:buSzPts val="358"/>
              <a:buNone/>
            </a:pPr>
            <a:r>
              <a:t/>
            </a:r>
            <a:endParaRPr sz="900">
              <a:solidFill>
                <a:schemeClr val="dk1"/>
              </a:solidFill>
              <a:latin typeface="Times New Roman"/>
              <a:ea typeface="Times New Roman"/>
              <a:cs typeface="Times New Roman"/>
              <a:sym typeface="Times New Roman"/>
            </a:endParaRPr>
          </a:p>
          <a:p>
            <a:pPr indent="0" lvl="0" marL="0" rtl="0" algn="l">
              <a:lnSpc>
                <a:spcPct val="95000"/>
              </a:lnSpc>
              <a:spcBef>
                <a:spcPts val="1200"/>
              </a:spcBef>
              <a:spcAft>
                <a:spcPts val="1200"/>
              </a:spcAft>
              <a:buSzPts val="358"/>
              <a:buNone/>
            </a:pPr>
            <a:r>
              <a:t/>
            </a:r>
            <a:endParaRPr sz="900">
              <a:solidFill>
                <a:schemeClr val="dk1"/>
              </a:solidFill>
              <a:latin typeface="Times New Roman"/>
              <a:ea typeface="Times New Roman"/>
              <a:cs typeface="Times New Roman"/>
              <a:sym typeface="Times New Roman"/>
            </a:endParaRPr>
          </a:p>
        </p:txBody>
      </p:sp>
      <p:sp>
        <p:nvSpPr>
          <p:cNvPr id="120" name="Google Shape;120;p9"/>
          <p:cNvSpPr txBox="1"/>
          <p:nvPr>
            <p:ph idx="1" type="body"/>
          </p:nvPr>
        </p:nvSpPr>
        <p:spPr>
          <a:xfrm>
            <a:off x="4820425" y="0"/>
            <a:ext cx="4192200" cy="22107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SzPts val="1800"/>
              <a:buNone/>
            </a:pPr>
            <a:r>
              <a:rPr lang="es-419" sz="900">
                <a:solidFill>
                  <a:schemeClr val="dk1"/>
                </a:solidFill>
                <a:latin typeface="Times New Roman"/>
                <a:ea typeface="Times New Roman"/>
                <a:cs typeface="Times New Roman"/>
                <a:sym typeface="Times New Roman"/>
              </a:rPr>
              <a:t>4.   ¿Qué información debería mostrar un panel de control de ventas ideal para su gestión?</a:t>
            </a:r>
            <a:br>
              <a:rPr lang="es-419" sz="900">
                <a:solidFill>
                  <a:schemeClr val="dk1"/>
                </a:solidFill>
                <a:latin typeface="Times New Roman"/>
                <a:ea typeface="Times New Roman"/>
                <a:cs typeface="Times New Roman"/>
                <a:sym typeface="Times New Roman"/>
              </a:rPr>
            </a:br>
            <a:endParaRPr sz="900">
              <a:solidFill>
                <a:schemeClr val="dk1"/>
              </a:solidFill>
              <a:latin typeface="Times New Roman"/>
              <a:ea typeface="Times New Roman"/>
              <a:cs typeface="Times New Roman"/>
              <a:sym typeface="Times New Roman"/>
            </a:endParaRPr>
          </a:p>
          <a:p>
            <a:pPr indent="0" lvl="0" marL="0" rtl="0" algn="l">
              <a:lnSpc>
                <a:spcPct val="115000"/>
              </a:lnSpc>
              <a:spcBef>
                <a:spcPts val="1200"/>
              </a:spcBef>
              <a:spcAft>
                <a:spcPts val="0"/>
              </a:spcAft>
              <a:buSzPts val="1800"/>
              <a:buNone/>
            </a:pPr>
            <a:r>
              <a:rPr lang="es-419" sz="900">
                <a:solidFill>
                  <a:schemeClr val="dk1"/>
                </a:solidFill>
                <a:latin typeface="Times New Roman"/>
                <a:ea typeface="Times New Roman"/>
                <a:cs typeface="Times New Roman"/>
                <a:sym typeface="Times New Roman"/>
              </a:rPr>
              <a:t>5.    ¿Qué funcionalidades debería tener un sistema de ventas para apoyar la gestión del equipo comercial?</a:t>
            </a:r>
            <a:br>
              <a:rPr lang="es-419" sz="900">
                <a:solidFill>
                  <a:schemeClr val="dk1"/>
                </a:solidFill>
                <a:latin typeface="Times New Roman"/>
                <a:ea typeface="Times New Roman"/>
                <a:cs typeface="Times New Roman"/>
                <a:sym typeface="Times New Roman"/>
              </a:rPr>
            </a:br>
            <a:endParaRPr sz="900">
              <a:solidFill>
                <a:schemeClr val="dk1"/>
              </a:solidFill>
              <a:latin typeface="Times New Roman"/>
              <a:ea typeface="Times New Roman"/>
              <a:cs typeface="Times New Roman"/>
              <a:sym typeface="Times New Roman"/>
            </a:endParaRPr>
          </a:p>
          <a:p>
            <a:pPr indent="0" lvl="0" marL="0" rtl="0" algn="l">
              <a:lnSpc>
                <a:spcPct val="115000"/>
              </a:lnSpc>
              <a:spcBef>
                <a:spcPts val="1200"/>
              </a:spcBef>
              <a:spcAft>
                <a:spcPts val="0"/>
              </a:spcAft>
              <a:buSzPts val="1800"/>
              <a:buNone/>
            </a:pPr>
            <a:r>
              <a:rPr lang="es-419" sz="900">
                <a:solidFill>
                  <a:schemeClr val="dk1"/>
                </a:solidFill>
                <a:latin typeface="Times New Roman"/>
                <a:ea typeface="Times New Roman"/>
                <a:cs typeface="Times New Roman"/>
                <a:sym typeface="Times New Roman"/>
              </a:rPr>
              <a:t>6.    En su experiencia, ¿cuáles son las mayores ineficiencias actuales en el flujo de ventas?</a:t>
            </a:r>
            <a:br>
              <a:rPr lang="es-419" sz="900">
                <a:solidFill>
                  <a:schemeClr val="dk1"/>
                </a:solidFill>
                <a:latin typeface="Times New Roman"/>
                <a:ea typeface="Times New Roman"/>
                <a:cs typeface="Times New Roman"/>
                <a:sym typeface="Times New Roman"/>
              </a:rPr>
            </a:br>
            <a:endParaRPr sz="900">
              <a:solidFill>
                <a:schemeClr val="dk1"/>
              </a:solidFill>
              <a:latin typeface="Times New Roman"/>
              <a:ea typeface="Times New Roman"/>
              <a:cs typeface="Times New Roman"/>
              <a:sym typeface="Times New Roman"/>
            </a:endParaRPr>
          </a:p>
          <a:p>
            <a:pPr indent="0" lvl="0" marL="0" rtl="0" algn="l">
              <a:lnSpc>
                <a:spcPct val="115000"/>
              </a:lnSpc>
              <a:spcBef>
                <a:spcPts val="1200"/>
              </a:spcBef>
              <a:spcAft>
                <a:spcPts val="0"/>
              </a:spcAft>
              <a:buSzPts val="1800"/>
              <a:buNone/>
            </a:pPr>
            <a:r>
              <a:rPr lang="es-419" sz="900">
                <a:solidFill>
                  <a:schemeClr val="dk1"/>
                </a:solidFill>
                <a:latin typeface="Times New Roman"/>
                <a:ea typeface="Times New Roman"/>
                <a:cs typeface="Times New Roman"/>
                <a:sym typeface="Times New Roman"/>
              </a:rPr>
              <a:t>7.   ¿Considera que el seguimiento a los pedidos puede mejorar con una herramienta digital?</a:t>
            </a:r>
            <a:br>
              <a:rPr lang="es-419" sz="900">
                <a:solidFill>
                  <a:schemeClr val="dk1"/>
                </a:solidFill>
                <a:latin typeface="Times New Roman"/>
                <a:ea typeface="Times New Roman"/>
                <a:cs typeface="Times New Roman"/>
                <a:sym typeface="Times New Roman"/>
              </a:rPr>
            </a:br>
            <a:endParaRPr sz="900">
              <a:solidFill>
                <a:schemeClr val="dk1"/>
              </a:solidFill>
              <a:latin typeface="Times New Roman"/>
              <a:ea typeface="Times New Roman"/>
              <a:cs typeface="Times New Roman"/>
              <a:sym typeface="Times New Roman"/>
            </a:endParaRPr>
          </a:p>
          <a:p>
            <a:pPr indent="-285750" lvl="1" marL="914400" rtl="0" algn="l">
              <a:lnSpc>
                <a:spcPct val="115000"/>
              </a:lnSpc>
              <a:spcBef>
                <a:spcPts val="1200"/>
              </a:spcBef>
              <a:spcAft>
                <a:spcPts val="0"/>
              </a:spcAft>
              <a:buClr>
                <a:schemeClr val="dk1"/>
              </a:buClr>
              <a:buSzPts val="900"/>
              <a:buFont typeface="Times New Roman"/>
              <a:buChar char="○"/>
            </a:pPr>
            <a:r>
              <a:rPr lang="es-419" sz="900">
                <a:solidFill>
                  <a:schemeClr val="dk1"/>
                </a:solidFill>
                <a:latin typeface="Times New Roman"/>
                <a:ea typeface="Times New Roman"/>
                <a:cs typeface="Times New Roman"/>
                <a:sym typeface="Times New Roman"/>
              </a:rPr>
              <a:t>( ) Sí</a:t>
            </a:r>
            <a:br>
              <a:rPr lang="es-419" sz="900">
                <a:solidFill>
                  <a:schemeClr val="dk1"/>
                </a:solidFill>
                <a:latin typeface="Times New Roman"/>
                <a:ea typeface="Times New Roman"/>
                <a:cs typeface="Times New Roman"/>
                <a:sym typeface="Times New Roman"/>
              </a:rPr>
            </a:br>
            <a:endParaRPr sz="900">
              <a:solidFill>
                <a:schemeClr val="dk1"/>
              </a:solidFill>
              <a:latin typeface="Times New Roman"/>
              <a:ea typeface="Times New Roman"/>
              <a:cs typeface="Times New Roman"/>
              <a:sym typeface="Times New Roman"/>
            </a:endParaRPr>
          </a:p>
          <a:p>
            <a:pPr indent="-285750" lvl="1" marL="914400" rtl="0" algn="l">
              <a:lnSpc>
                <a:spcPct val="115000"/>
              </a:lnSpc>
              <a:spcBef>
                <a:spcPts val="0"/>
              </a:spcBef>
              <a:spcAft>
                <a:spcPts val="0"/>
              </a:spcAft>
              <a:buClr>
                <a:schemeClr val="dk1"/>
              </a:buClr>
              <a:buSzPts val="900"/>
              <a:buFont typeface="Times New Roman"/>
              <a:buChar char="○"/>
            </a:pPr>
            <a:r>
              <a:rPr lang="es-419" sz="900">
                <a:solidFill>
                  <a:schemeClr val="dk1"/>
                </a:solidFill>
                <a:latin typeface="Times New Roman"/>
                <a:ea typeface="Times New Roman"/>
                <a:cs typeface="Times New Roman"/>
                <a:sym typeface="Times New Roman"/>
              </a:rPr>
              <a:t>( ) No</a:t>
            </a:r>
            <a:br>
              <a:rPr lang="es-419" sz="900">
                <a:solidFill>
                  <a:schemeClr val="dk1"/>
                </a:solidFill>
                <a:latin typeface="Times New Roman"/>
                <a:ea typeface="Times New Roman"/>
                <a:cs typeface="Times New Roman"/>
                <a:sym typeface="Times New Roman"/>
              </a:rPr>
            </a:br>
            <a:endParaRPr sz="900">
              <a:solidFill>
                <a:schemeClr val="dk1"/>
              </a:solidFill>
              <a:latin typeface="Times New Roman"/>
              <a:ea typeface="Times New Roman"/>
              <a:cs typeface="Times New Roman"/>
              <a:sym typeface="Times New Roman"/>
            </a:endParaRPr>
          </a:p>
          <a:p>
            <a:pPr indent="-285750" lvl="1" marL="914400" rtl="0" algn="l">
              <a:lnSpc>
                <a:spcPct val="115000"/>
              </a:lnSpc>
              <a:spcBef>
                <a:spcPts val="0"/>
              </a:spcBef>
              <a:spcAft>
                <a:spcPts val="0"/>
              </a:spcAft>
              <a:buClr>
                <a:schemeClr val="dk1"/>
              </a:buClr>
              <a:buSzPts val="900"/>
              <a:buFont typeface="Times New Roman"/>
              <a:buChar char="○"/>
            </a:pPr>
            <a:r>
              <a:rPr lang="es-419" sz="900">
                <a:solidFill>
                  <a:schemeClr val="dk1"/>
                </a:solidFill>
                <a:latin typeface="Times New Roman"/>
                <a:ea typeface="Times New Roman"/>
                <a:cs typeface="Times New Roman"/>
                <a:sym typeface="Times New Roman"/>
              </a:rPr>
              <a:t>¿Por qué?</a:t>
            </a:r>
            <a:br>
              <a:rPr lang="es-419" sz="900">
                <a:solidFill>
                  <a:schemeClr val="dk1"/>
                </a:solidFill>
                <a:latin typeface="Times New Roman"/>
                <a:ea typeface="Times New Roman"/>
                <a:cs typeface="Times New Roman"/>
                <a:sym typeface="Times New Roman"/>
              </a:rPr>
            </a:br>
            <a:endParaRPr sz="900">
              <a:solidFill>
                <a:schemeClr val="dk1"/>
              </a:solidFill>
              <a:latin typeface="Times New Roman"/>
              <a:ea typeface="Times New Roman"/>
              <a:cs typeface="Times New Roman"/>
              <a:sym typeface="Times New Roman"/>
            </a:endParaRPr>
          </a:p>
          <a:p>
            <a:pPr indent="0" lvl="0" marL="0" rtl="0" algn="l">
              <a:lnSpc>
                <a:spcPct val="115000"/>
              </a:lnSpc>
              <a:spcBef>
                <a:spcPts val="1200"/>
              </a:spcBef>
              <a:spcAft>
                <a:spcPts val="0"/>
              </a:spcAft>
              <a:buSzPts val="1800"/>
              <a:buNone/>
            </a:pPr>
            <a:r>
              <a:rPr lang="es-419" sz="900">
                <a:solidFill>
                  <a:schemeClr val="dk1"/>
                </a:solidFill>
                <a:latin typeface="Times New Roman"/>
                <a:ea typeface="Times New Roman"/>
                <a:cs typeface="Times New Roman"/>
                <a:sym typeface="Times New Roman"/>
              </a:rPr>
              <a:t>8.   ¿Cuáles indicadores de rendimiento le gustaría monitorear desde un sistema?</a:t>
            </a:r>
            <a:endParaRPr sz="900">
              <a:solidFill>
                <a:schemeClr val="dk1"/>
              </a:solidFill>
              <a:latin typeface="Times New Roman"/>
              <a:ea typeface="Times New Roman"/>
              <a:cs typeface="Times New Roman"/>
              <a:sym typeface="Times New Roman"/>
            </a:endParaRPr>
          </a:p>
          <a:p>
            <a:pPr indent="0" lvl="0" marL="0" rtl="0" algn="l">
              <a:lnSpc>
                <a:spcPct val="115000"/>
              </a:lnSpc>
              <a:spcBef>
                <a:spcPts val="1200"/>
              </a:spcBef>
              <a:spcAft>
                <a:spcPts val="0"/>
              </a:spcAft>
              <a:buSzPts val="1800"/>
              <a:buNone/>
            </a:pPr>
            <a:r>
              <a:rPr lang="es-419" sz="1000">
                <a:solidFill>
                  <a:schemeClr val="dk1"/>
                </a:solidFill>
                <a:latin typeface="Times New Roman"/>
                <a:ea typeface="Times New Roman"/>
                <a:cs typeface="Times New Roman"/>
                <a:sym typeface="Times New Roman"/>
              </a:rPr>
              <a:t>9.   ¿Qué información considera fundamental tener centralizada para facilitar la toma de decisiones?</a:t>
            </a:r>
            <a:br>
              <a:rPr lang="es-419" sz="1000">
                <a:solidFill>
                  <a:schemeClr val="dk1"/>
                </a:solidFill>
                <a:latin typeface="Times New Roman"/>
                <a:ea typeface="Times New Roman"/>
                <a:cs typeface="Times New Roman"/>
                <a:sym typeface="Times New Roman"/>
              </a:rPr>
            </a:br>
            <a:endParaRPr sz="1000">
              <a:solidFill>
                <a:schemeClr val="dk1"/>
              </a:solidFill>
              <a:latin typeface="Times New Roman"/>
              <a:ea typeface="Times New Roman"/>
              <a:cs typeface="Times New Roman"/>
              <a:sym typeface="Times New Roman"/>
            </a:endParaRPr>
          </a:p>
          <a:p>
            <a:pPr indent="0" lvl="0" marL="0" rtl="0" algn="l">
              <a:lnSpc>
                <a:spcPct val="115000"/>
              </a:lnSpc>
              <a:spcBef>
                <a:spcPts val="1200"/>
              </a:spcBef>
              <a:spcAft>
                <a:spcPts val="0"/>
              </a:spcAft>
              <a:buSzPts val="1800"/>
              <a:buNone/>
            </a:pPr>
            <a:r>
              <a:rPr lang="es-419" sz="1000">
                <a:solidFill>
                  <a:schemeClr val="dk1"/>
                </a:solidFill>
                <a:latin typeface="Times New Roman"/>
                <a:ea typeface="Times New Roman"/>
                <a:cs typeface="Times New Roman"/>
                <a:sym typeface="Times New Roman"/>
              </a:rPr>
              <a:t>10.   ¿Existen dificultades frecuentes al consolidar datos de ventas de diferentes asesores?</a:t>
            </a:r>
            <a:br>
              <a:rPr lang="es-419" sz="900">
                <a:solidFill>
                  <a:schemeClr val="dk1"/>
                </a:solidFill>
                <a:latin typeface="Times New Roman"/>
                <a:ea typeface="Times New Roman"/>
                <a:cs typeface="Times New Roman"/>
                <a:sym typeface="Times New Roman"/>
              </a:rPr>
            </a:br>
            <a:endParaRPr sz="900">
              <a:solidFill>
                <a:schemeClr val="dk1"/>
              </a:solidFill>
              <a:latin typeface="Times New Roman"/>
              <a:ea typeface="Times New Roman"/>
              <a:cs typeface="Times New Roman"/>
              <a:sym typeface="Times New Roman"/>
            </a:endParaRPr>
          </a:p>
          <a:p>
            <a:pPr indent="0" lvl="0" marL="0" rtl="0" algn="l">
              <a:lnSpc>
                <a:spcPct val="95000"/>
              </a:lnSpc>
              <a:spcBef>
                <a:spcPts val="1200"/>
              </a:spcBef>
              <a:spcAft>
                <a:spcPts val="0"/>
              </a:spcAft>
              <a:buClr>
                <a:schemeClr val="dk1"/>
              </a:buClr>
              <a:buSzPts val="1100"/>
              <a:buFont typeface="Arial"/>
              <a:buNone/>
            </a:pPr>
            <a:r>
              <a:t/>
            </a:r>
            <a:endParaRPr sz="900">
              <a:solidFill>
                <a:schemeClr val="dk1"/>
              </a:solidFill>
              <a:latin typeface="Times New Roman"/>
              <a:ea typeface="Times New Roman"/>
              <a:cs typeface="Times New Roman"/>
              <a:sym typeface="Times New Roman"/>
            </a:endParaRPr>
          </a:p>
          <a:p>
            <a:pPr indent="0" lvl="0" marL="0" rtl="0" algn="l">
              <a:lnSpc>
                <a:spcPct val="95000"/>
              </a:lnSpc>
              <a:spcBef>
                <a:spcPts val="1200"/>
              </a:spcBef>
              <a:spcAft>
                <a:spcPts val="0"/>
              </a:spcAft>
              <a:buClr>
                <a:schemeClr val="dk1"/>
              </a:buClr>
              <a:buSzPts val="1100"/>
              <a:buFont typeface="Arial"/>
              <a:buNone/>
            </a:pPr>
            <a:r>
              <a:t/>
            </a:r>
            <a:endParaRPr sz="900">
              <a:solidFill>
                <a:schemeClr val="dk1"/>
              </a:solidFill>
              <a:latin typeface="Times New Roman"/>
              <a:ea typeface="Times New Roman"/>
              <a:cs typeface="Times New Roman"/>
              <a:sym typeface="Times New Roman"/>
            </a:endParaRPr>
          </a:p>
          <a:p>
            <a:pPr indent="0" lvl="0" marL="0" rtl="0" algn="l">
              <a:lnSpc>
                <a:spcPct val="95000"/>
              </a:lnSpc>
              <a:spcBef>
                <a:spcPts val="1200"/>
              </a:spcBef>
              <a:spcAft>
                <a:spcPts val="0"/>
              </a:spcAft>
              <a:buSzPts val="1800"/>
              <a:buNone/>
            </a:pPr>
            <a:r>
              <a:t/>
            </a:r>
            <a:endParaRPr sz="900">
              <a:solidFill>
                <a:schemeClr val="dk1"/>
              </a:solidFill>
              <a:latin typeface="Times New Roman"/>
              <a:ea typeface="Times New Roman"/>
              <a:cs typeface="Times New Roman"/>
              <a:sym typeface="Times New Roman"/>
            </a:endParaRPr>
          </a:p>
          <a:p>
            <a:pPr indent="0" lvl="0" marL="457200" rtl="0" algn="l">
              <a:lnSpc>
                <a:spcPct val="95000"/>
              </a:lnSpc>
              <a:spcBef>
                <a:spcPts val="1200"/>
              </a:spcBef>
              <a:spcAft>
                <a:spcPts val="0"/>
              </a:spcAft>
              <a:buSzPts val="1800"/>
              <a:buNone/>
            </a:pPr>
            <a:r>
              <a:t/>
            </a:r>
            <a:endParaRPr sz="900">
              <a:solidFill>
                <a:schemeClr val="dk1"/>
              </a:solidFill>
              <a:latin typeface="Times New Roman"/>
              <a:ea typeface="Times New Roman"/>
              <a:cs typeface="Times New Roman"/>
              <a:sym typeface="Times New Roman"/>
            </a:endParaRPr>
          </a:p>
          <a:p>
            <a:pPr indent="0" lvl="0" marL="457200" rtl="0" algn="l">
              <a:lnSpc>
                <a:spcPct val="95000"/>
              </a:lnSpc>
              <a:spcBef>
                <a:spcPts val="1200"/>
              </a:spcBef>
              <a:spcAft>
                <a:spcPts val="0"/>
              </a:spcAft>
              <a:buSzPts val="358"/>
              <a:buNone/>
            </a:pPr>
            <a:br>
              <a:rPr lang="es-419" sz="900">
                <a:solidFill>
                  <a:schemeClr val="dk1"/>
                </a:solidFill>
                <a:latin typeface="Times New Roman"/>
                <a:ea typeface="Times New Roman"/>
                <a:cs typeface="Times New Roman"/>
                <a:sym typeface="Times New Roman"/>
              </a:rPr>
            </a:br>
            <a:endParaRPr sz="900">
              <a:solidFill>
                <a:schemeClr val="dk1"/>
              </a:solidFill>
              <a:latin typeface="Times New Roman"/>
              <a:ea typeface="Times New Roman"/>
              <a:cs typeface="Times New Roman"/>
              <a:sym typeface="Times New Roman"/>
            </a:endParaRPr>
          </a:p>
          <a:p>
            <a:pPr indent="0" lvl="0" marL="0" rtl="0" algn="l">
              <a:lnSpc>
                <a:spcPct val="95000"/>
              </a:lnSpc>
              <a:spcBef>
                <a:spcPts val="1200"/>
              </a:spcBef>
              <a:spcAft>
                <a:spcPts val="0"/>
              </a:spcAft>
              <a:buSzPts val="358"/>
              <a:buNone/>
            </a:pPr>
            <a:r>
              <a:t/>
            </a:r>
            <a:endParaRPr sz="900">
              <a:solidFill>
                <a:schemeClr val="dk1"/>
              </a:solidFill>
              <a:latin typeface="Times New Roman"/>
              <a:ea typeface="Times New Roman"/>
              <a:cs typeface="Times New Roman"/>
              <a:sym typeface="Times New Roman"/>
            </a:endParaRPr>
          </a:p>
          <a:p>
            <a:pPr indent="0" lvl="0" marL="0" rtl="0" algn="l">
              <a:lnSpc>
                <a:spcPct val="95000"/>
              </a:lnSpc>
              <a:spcBef>
                <a:spcPts val="1200"/>
              </a:spcBef>
              <a:spcAft>
                <a:spcPts val="1200"/>
              </a:spcAft>
              <a:buSzPts val="358"/>
              <a:buNone/>
            </a:pPr>
            <a:r>
              <a:t/>
            </a:r>
            <a:endParaRPr sz="900">
              <a:solidFill>
                <a:schemeClr val="dk1"/>
              </a:solidFill>
              <a:latin typeface="Times New Roman"/>
              <a:ea typeface="Times New Roman"/>
              <a:cs typeface="Times New Roman"/>
              <a:sym typeface="Times New Roman"/>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 name="Shape 124"/>
        <p:cNvGrpSpPr/>
        <p:nvPr/>
      </p:nvGrpSpPr>
      <p:grpSpPr>
        <a:xfrm>
          <a:off x="0" y="0"/>
          <a:ext cx="0" cy="0"/>
          <a:chOff x="0" y="0"/>
          <a:chExt cx="0" cy="0"/>
        </a:xfrm>
      </p:grpSpPr>
      <p:sp>
        <p:nvSpPr>
          <p:cNvPr id="125" name="Google Shape;125;p10"/>
          <p:cNvSpPr txBox="1"/>
          <p:nvPr>
            <p:ph type="title"/>
          </p:nvPr>
        </p:nvSpPr>
        <p:spPr>
          <a:xfrm>
            <a:off x="0" y="0"/>
            <a:ext cx="8520600" cy="5727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2800"/>
              <a:buNone/>
            </a:pPr>
            <a:r>
              <a:rPr b="1" lang="es-419" sz="2000">
                <a:highlight>
                  <a:srgbClr val="FFFFFF"/>
                </a:highlight>
                <a:latin typeface="Times New Roman"/>
                <a:ea typeface="Times New Roman"/>
                <a:cs typeface="Times New Roman"/>
                <a:sym typeface="Times New Roman"/>
              </a:rPr>
              <a:t>8. Técnicas e instrumentos de recolección</a:t>
            </a:r>
            <a:endParaRPr b="1" sz="2000">
              <a:latin typeface="Times New Roman"/>
              <a:ea typeface="Times New Roman"/>
              <a:cs typeface="Times New Roman"/>
              <a:sym typeface="Times New Roman"/>
            </a:endParaRPr>
          </a:p>
        </p:txBody>
      </p:sp>
      <p:sp>
        <p:nvSpPr>
          <p:cNvPr id="126" name="Google Shape;126;p10"/>
          <p:cNvSpPr txBox="1"/>
          <p:nvPr>
            <p:ph idx="1" type="body"/>
          </p:nvPr>
        </p:nvSpPr>
        <p:spPr>
          <a:xfrm>
            <a:off x="-114950" y="572700"/>
            <a:ext cx="5162700" cy="38652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400"/>
              </a:spcBef>
              <a:spcAft>
                <a:spcPts val="0"/>
              </a:spcAft>
              <a:buClr>
                <a:schemeClr val="dk1"/>
              </a:buClr>
              <a:buSzPts val="1100"/>
              <a:buFont typeface="Arial"/>
              <a:buNone/>
            </a:pPr>
            <a:r>
              <a:rPr b="1" lang="es-419" sz="1000">
                <a:solidFill>
                  <a:schemeClr val="dk1"/>
                </a:solidFill>
                <a:latin typeface="Times New Roman"/>
                <a:ea typeface="Times New Roman"/>
                <a:cs typeface="Times New Roman"/>
                <a:sym typeface="Times New Roman"/>
              </a:rPr>
              <a:t> Rol 3: Director Comercial</a:t>
            </a:r>
            <a:endParaRPr b="1" sz="1000">
              <a:solidFill>
                <a:schemeClr val="dk1"/>
              </a:solidFill>
              <a:latin typeface="Times New Roman"/>
              <a:ea typeface="Times New Roman"/>
              <a:cs typeface="Times New Roman"/>
              <a:sym typeface="Times New Roman"/>
            </a:endParaRPr>
          </a:p>
          <a:p>
            <a:pPr indent="0" lvl="0" marL="0" rtl="0" algn="l">
              <a:lnSpc>
                <a:spcPct val="115000"/>
              </a:lnSpc>
              <a:spcBef>
                <a:spcPts val="1200"/>
              </a:spcBef>
              <a:spcAft>
                <a:spcPts val="0"/>
              </a:spcAft>
              <a:buClr>
                <a:schemeClr val="dk1"/>
              </a:buClr>
              <a:buSzPts val="1100"/>
              <a:buFont typeface="Arial"/>
              <a:buNone/>
            </a:pPr>
            <a:r>
              <a:rPr b="1" lang="es-419" sz="1000">
                <a:solidFill>
                  <a:schemeClr val="dk1"/>
                </a:solidFill>
                <a:latin typeface="Times New Roman"/>
                <a:ea typeface="Times New Roman"/>
                <a:cs typeface="Times New Roman"/>
                <a:sym typeface="Times New Roman"/>
              </a:rPr>
              <a:t> Técnica:</a:t>
            </a:r>
            <a:r>
              <a:rPr lang="es-419" sz="1000">
                <a:solidFill>
                  <a:schemeClr val="dk1"/>
                </a:solidFill>
                <a:latin typeface="Times New Roman"/>
                <a:ea typeface="Times New Roman"/>
                <a:cs typeface="Times New Roman"/>
                <a:sym typeface="Times New Roman"/>
              </a:rPr>
              <a:t> Entrevista semi-estructurada</a:t>
            </a:r>
            <a:br>
              <a:rPr lang="es-419" sz="1000">
                <a:solidFill>
                  <a:schemeClr val="dk1"/>
                </a:solidFill>
                <a:latin typeface="Times New Roman"/>
                <a:ea typeface="Times New Roman"/>
                <a:cs typeface="Times New Roman"/>
                <a:sym typeface="Times New Roman"/>
              </a:rPr>
            </a:br>
            <a:r>
              <a:rPr lang="es-419" sz="1000">
                <a:solidFill>
                  <a:schemeClr val="dk1"/>
                </a:solidFill>
                <a:latin typeface="Times New Roman"/>
                <a:ea typeface="Times New Roman"/>
                <a:cs typeface="Times New Roman"/>
                <a:sym typeface="Times New Roman"/>
              </a:rPr>
              <a:t>  </a:t>
            </a:r>
            <a:r>
              <a:rPr b="1" lang="es-419" sz="1000">
                <a:solidFill>
                  <a:schemeClr val="dk1"/>
                </a:solidFill>
                <a:latin typeface="Times New Roman"/>
                <a:ea typeface="Times New Roman"/>
                <a:cs typeface="Times New Roman"/>
                <a:sym typeface="Times New Roman"/>
              </a:rPr>
              <a:t>Instrumento:</a:t>
            </a:r>
            <a:r>
              <a:rPr lang="es-419" sz="1000">
                <a:solidFill>
                  <a:schemeClr val="dk1"/>
                </a:solidFill>
                <a:latin typeface="Times New Roman"/>
                <a:ea typeface="Times New Roman"/>
                <a:cs typeface="Times New Roman"/>
                <a:sym typeface="Times New Roman"/>
              </a:rPr>
              <a:t> Cuestionario mixto</a:t>
            </a:r>
            <a:endParaRPr sz="1000">
              <a:solidFill>
                <a:schemeClr val="dk1"/>
              </a:solidFill>
              <a:latin typeface="Times New Roman"/>
              <a:ea typeface="Times New Roman"/>
              <a:cs typeface="Times New Roman"/>
              <a:sym typeface="Times New Roman"/>
            </a:endParaRPr>
          </a:p>
          <a:p>
            <a:pPr indent="-292100" lvl="0" marL="457200" rtl="0" algn="l">
              <a:lnSpc>
                <a:spcPct val="115000"/>
              </a:lnSpc>
              <a:spcBef>
                <a:spcPts val="1200"/>
              </a:spcBef>
              <a:spcAft>
                <a:spcPts val="0"/>
              </a:spcAft>
              <a:buClr>
                <a:schemeClr val="dk1"/>
              </a:buClr>
              <a:buSzPts val="1000"/>
              <a:buFont typeface="Times New Roman"/>
              <a:buAutoNum type="arabicPeriod"/>
            </a:pPr>
            <a:r>
              <a:rPr lang="es-419" sz="1000">
                <a:solidFill>
                  <a:schemeClr val="dk1"/>
                </a:solidFill>
                <a:latin typeface="Times New Roman"/>
                <a:ea typeface="Times New Roman"/>
                <a:cs typeface="Times New Roman"/>
                <a:sym typeface="Times New Roman"/>
              </a:rPr>
              <a:t>¿Tiene actualmente una fuente única y confiable para consultar resultados de ventas?</a:t>
            </a:r>
            <a:br>
              <a:rPr lang="es-419" sz="1000">
                <a:solidFill>
                  <a:schemeClr val="dk1"/>
                </a:solidFill>
                <a:latin typeface="Times New Roman"/>
                <a:ea typeface="Times New Roman"/>
                <a:cs typeface="Times New Roman"/>
                <a:sym typeface="Times New Roman"/>
              </a:rPr>
            </a:br>
            <a:endParaRPr sz="1000">
              <a:solidFill>
                <a:schemeClr val="dk1"/>
              </a:solidFill>
              <a:latin typeface="Times New Roman"/>
              <a:ea typeface="Times New Roman"/>
              <a:cs typeface="Times New Roman"/>
              <a:sym typeface="Times New Roman"/>
            </a:endParaRPr>
          </a:p>
          <a:p>
            <a:pPr indent="-292100" lvl="1" marL="914400" rtl="0" algn="l">
              <a:lnSpc>
                <a:spcPct val="115000"/>
              </a:lnSpc>
              <a:spcBef>
                <a:spcPts val="0"/>
              </a:spcBef>
              <a:spcAft>
                <a:spcPts val="0"/>
              </a:spcAft>
              <a:buClr>
                <a:schemeClr val="dk1"/>
              </a:buClr>
              <a:buSzPts val="1000"/>
              <a:buFont typeface="Times New Roman"/>
              <a:buChar char="○"/>
            </a:pPr>
            <a:r>
              <a:rPr lang="es-419" sz="1000">
                <a:solidFill>
                  <a:schemeClr val="dk1"/>
                </a:solidFill>
                <a:latin typeface="Times New Roman"/>
                <a:ea typeface="Times New Roman"/>
                <a:cs typeface="Times New Roman"/>
                <a:sym typeface="Times New Roman"/>
              </a:rPr>
              <a:t>( ) Sí</a:t>
            </a:r>
            <a:br>
              <a:rPr lang="es-419" sz="1000">
                <a:solidFill>
                  <a:schemeClr val="dk1"/>
                </a:solidFill>
                <a:latin typeface="Times New Roman"/>
                <a:ea typeface="Times New Roman"/>
                <a:cs typeface="Times New Roman"/>
                <a:sym typeface="Times New Roman"/>
              </a:rPr>
            </a:br>
            <a:endParaRPr sz="1000">
              <a:solidFill>
                <a:schemeClr val="dk1"/>
              </a:solidFill>
              <a:latin typeface="Times New Roman"/>
              <a:ea typeface="Times New Roman"/>
              <a:cs typeface="Times New Roman"/>
              <a:sym typeface="Times New Roman"/>
            </a:endParaRPr>
          </a:p>
          <a:p>
            <a:pPr indent="-292100" lvl="1" marL="914400" rtl="0" algn="l">
              <a:lnSpc>
                <a:spcPct val="115000"/>
              </a:lnSpc>
              <a:spcBef>
                <a:spcPts val="0"/>
              </a:spcBef>
              <a:spcAft>
                <a:spcPts val="0"/>
              </a:spcAft>
              <a:buClr>
                <a:schemeClr val="dk1"/>
              </a:buClr>
              <a:buSzPts val="1000"/>
              <a:buFont typeface="Times New Roman"/>
              <a:buChar char="○"/>
            </a:pPr>
            <a:r>
              <a:rPr lang="es-419" sz="1000">
                <a:solidFill>
                  <a:schemeClr val="dk1"/>
                </a:solidFill>
                <a:latin typeface="Times New Roman"/>
                <a:ea typeface="Times New Roman"/>
                <a:cs typeface="Times New Roman"/>
                <a:sym typeface="Times New Roman"/>
              </a:rPr>
              <a:t>( ) No</a:t>
            </a:r>
            <a:br>
              <a:rPr lang="es-419" sz="1000">
                <a:solidFill>
                  <a:schemeClr val="dk1"/>
                </a:solidFill>
                <a:latin typeface="Times New Roman"/>
                <a:ea typeface="Times New Roman"/>
                <a:cs typeface="Times New Roman"/>
                <a:sym typeface="Times New Roman"/>
              </a:rPr>
            </a:br>
            <a:endParaRPr sz="1000">
              <a:solidFill>
                <a:schemeClr val="dk1"/>
              </a:solidFill>
              <a:latin typeface="Times New Roman"/>
              <a:ea typeface="Times New Roman"/>
              <a:cs typeface="Times New Roman"/>
              <a:sym typeface="Times New Roman"/>
            </a:endParaRPr>
          </a:p>
          <a:p>
            <a:pPr indent="-292100" lvl="1" marL="914400" rtl="0" algn="l">
              <a:lnSpc>
                <a:spcPct val="115000"/>
              </a:lnSpc>
              <a:spcBef>
                <a:spcPts val="0"/>
              </a:spcBef>
              <a:spcAft>
                <a:spcPts val="0"/>
              </a:spcAft>
              <a:buClr>
                <a:schemeClr val="dk1"/>
              </a:buClr>
              <a:buSzPts val="1000"/>
              <a:buFont typeface="Times New Roman"/>
              <a:buChar char="○"/>
            </a:pPr>
            <a:r>
              <a:rPr lang="es-419" sz="1000">
                <a:solidFill>
                  <a:schemeClr val="dk1"/>
                </a:solidFill>
                <a:latin typeface="Times New Roman"/>
                <a:ea typeface="Times New Roman"/>
                <a:cs typeface="Times New Roman"/>
                <a:sym typeface="Times New Roman"/>
              </a:rPr>
              <a:t>( ) Parcialmente</a:t>
            </a:r>
            <a:br>
              <a:rPr lang="es-419" sz="1000">
                <a:solidFill>
                  <a:schemeClr val="dk1"/>
                </a:solidFill>
                <a:latin typeface="Times New Roman"/>
                <a:ea typeface="Times New Roman"/>
                <a:cs typeface="Times New Roman"/>
                <a:sym typeface="Times New Roman"/>
              </a:rPr>
            </a:br>
            <a:endParaRPr sz="1000">
              <a:solidFill>
                <a:schemeClr val="dk1"/>
              </a:solidFill>
              <a:latin typeface="Times New Roman"/>
              <a:ea typeface="Times New Roman"/>
              <a:cs typeface="Times New Roman"/>
              <a:sym typeface="Times New Roman"/>
            </a:endParaRPr>
          </a:p>
          <a:p>
            <a:pPr indent="-292100" lvl="0" marL="457200" rtl="0" algn="l">
              <a:lnSpc>
                <a:spcPct val="115000"/>
              </a:lnSpc>
              <a:spcBef>
                <a:spcPts val="0"/>
              </a:spcBef>
              <a:spcAft>
                <a:spcPts val="0"/>
              </a:spcAft>
              <a:buClr>
                <a:schemeClr val="dk1"/>
              </a:buClr>
              <a:buSzPts val="1000"/>
              <a:buFont typeface="Times New Roman"/>
              <a:buAutoNum type="arabicPeriod"/>
            </a:pPr>
            <a:r>
              <a:rPr lang="es-419" sz="1000">
                <a:solidFill>
                  <a:schemeClr val="dk1"/>
                </a:solidFill>
                <a:latin typeface="Times New Roman"/>
                <a:ea typeface="Times New Roman"/>
                <a:cs typeface="Times New Roman"/>
                <a:sym typeface="Times New Roman"/>
              </a:rPr>
              <a:t>¿Qué indicadores estratégicos consulta para evaluar el comportamiento de los clientes?</a:t>
            </a:r>
            <a:br>
              <a:rPr lang="es-419" sz="1000">
                <a:solidFill>
                  <a:schemeClr val="dk1"/>
                </a:solidFill>
                <a:latin typeface="Times New Roman"/>
                <a:ea typeface="Times New Roman"/>
                <a:cs typeface="Times New Roman"/>
                <a:sym typeface="Times New Roman"/>
              </a:rPr>
            </a:br>
            <a:endParaRPr sz="1000">
              <a:solidFill>
                <a:schemeClr val="dk1"/>
              </a:solidFill>
              <a:latin typeface="Times New Roman"/>
              <a:ea typeface="Times New Roman"/>
              <a:cs typeface="Times New Roman"/>
              <a:sym typeface="Times New Roman"/>
            </a:endParaRPr>
          </a:p>
          <a:p>
            <a:pPr indent="-292100" lvl="0" marL="457200" rtl="0" algn="l">
              <a:lnSpc>
                <a:spcPct val="115000"/>
              </a:lnSpc>
              <a:spcBef>
                <a:spcPts val="0"/>
              </a:spcBef>
              <a:spcAft>
                <a:spcPts val="0"/>
              </a:spcAft>
              <a:buClr>
                <a:schemeClr val="dk1"/>
              </a:buClr>
              <a:buSzPts val="1000"/>
              <a:buFont typeface="Times New Roman"/>
              <a:buAutoNum type="arabicPeriod"/>
            </a:pPr>
            <a:r>
              <a:rPr lang="es-419" sz="1000">
                <a:solidFill>
                  <a:schemeClr val="dk1"/>
                </a:solidFill>
                <a:latin typeface="Times New Roman"/>
                <a:ea typeface="Times New Roman"/>
                <a:cs typeface="Times New Roman"/>
                <a:sym typeface="Times New Roman"/>
              </a:rPr>
              <a:t>¿Cómo realiza el seguimiento del desempeño de cada asesor comercial?</a:t>
            </a:r>
            <a:br>
              <a:rPr lang="es-419" sz="1000">
                <a:solidFill>
                  <a:schemeClr val="dk1"/>
                </a:solidFill>
                <a:latin typeface="Times New Roman"/>
                <a:ea typeface="Times New Roman"/>
                <a:cs typeface="Times New Roman"/>
                <a:sym typeface="Times New Roman"/>
              </a:rPr>
            </a:br>
            <a:endParaRPr sz="1000">
              <a:solidFill>
                <a:schemeClr val="dk1"/>
              </a:solidFill>
              <a:latin typeface="Times New Roman"/>
              <a:ea typeface="Times New Roman"/>
              <a:cs typeface="Times New Roman"/>
              <a:sym typeface="Times New Roman"/>
            </a:endParaRPr>
          </a:p>
          <a:p>
            <a:pPr indent="-292100" lvl="0" marL="457200" rtl="0" algn="l">
              <a:lnSpc>
                <a:spcPct val="115000"/>
              </a:lnSpc>
              <a:spcBef>
                <a:spcPts val="0"/>
              </a:spcBef>
              <a:spcAft>
                <a:spcPts val="0"/>
              </a:spcAft>
              <a:buClr>
                <a:schemeClr val="dk1"/>
              </a:buClr>
              <a:buSzPts val="1000"/>
              <a:buFont typeface="Times New Roman"/>
              <a:buAutoNum type="arabicPeriod"/>
            </a:pPr>
            <a:r>
              <a:rPr lang="es-419" sz="1000">
                <a:solidFill>
                  <a:schemeClr val="dk1"/>
                </a:solidFill>
                <a:latin typeface="Times New Roman"/>
                <a:ea typeface="Times New Roman"/>
                <a:cs typeface="Times New Roman"/>
                <a:sym typeface="Times New Roman"/>
              </a:rPr>
              <a:t>¿Qué tipo de reportes considera clave para tomar decisiones comerciales?</a:t>
            </a:r>
            <a:br>
              <a:rPr lang="es-419" sz="1000">
                <a:solidFill>
                  <a:schemeClr val="dk1"/>
                </a:solidFill>
                <a:latin typeface="Times New Roman"/>
                <a:ea typeface="Times New Roman"/>
                <a:cs typeface="Times New Roman"/>
                <a:sym typeface="Times New Roman"/>
              </a:rPr>
            </a:br>
            <a:endParaRPr sz="1000">
              <a:solidFill>
                <a:schemeClr val="dk1"/>
              </a:solidFill>
              <a:latin typeface="Times New Roman"/>
              <a:ea typeface="Times New Roman"/>
              <a:cs typeface="Times New Roman"/>
              <a:sym typeface="Times New Roman"/>
            </a:endParaRPr>
          </a:p>
          <a:p>
            <a:pPr indent="-298450" lvl="0" marL="457200" rtl="0" algn="l">
              <a:lnSpc>
                <a:spcPct val="115000"/>
              </a:lnSpc>
              <a:spcBef>
                <a:spcPts val="0"/>
              </a:spcBef>
              <a:spcAft>
                <a:spcPts val="0"/>
              </a:spcAft>
              <a:buClr>
                <a:schemeClr val="dk1"/>
              </a:buClr>
              <a:buSzPts val="1100"/>
              <a:buFont typeface="Times New Roman"/>
              <a:buAutoNum type="arabicPeriod"/>
            </a:pPr>
            <a:r>
              <a:rPr lang="es-419" sz="1000">
                <a:solidFill>
                  <a:schemeClr val="dk1"/>
                </a:solidFill>
                <a:latin typeface="Times New Roman"/>
                <a:ea typeface="Times New Roman"/>
                <a:cs typeface="Times New Roman"/>
                <a:sym typeface="Times New Roman"/>
              </a:rPr>
              <a:t>¿Qué barreras encuentra al momento de acceder o consolidar datos de ventas?</a:t>
            </a:r>
            <a:br>
              <a:rPr lang="es-419" sz="1100">
                <a:solidFill>
                  <a:schemeClr val="dk1"/>
                </a:solidFill>
                <a:latin typeface="Times New Roman"/>
                <a:ea typeface="Times New Roman"/>
                <a:cs typeface="Times New Roman"/>
                <a:sym typeface="Times New Roman"/>
              </a:rPr>
            </a:br>
            <a:endParaRPr sz="1100">
              <a:solidFill>
                <a:schemeClr val="dk1"/>
              </a:solidFill>
              <a:latin typeface="Times New Roman"/>
              <a:ea typeface="Times New Roman"/>
              <a:cs typeface="Times New Roman"/>
              <a:sym typeface="Times New Roman"/>
            </a:endParaRPr>
          </a:p>
          <a:p>
            <a:pPr indent="0" lvl="0" marL="0" rtl="0" algn="l">
              <a:lnSpc>
                <a:spcPct val="95000"/>
              </a:lnSpc>
              <a:spcBef>
                <a:spcPts val="1200"/>
              </a:spcBef>
              <a:spcAft>
                <a:spcPts val="0"/>
              </a:spcAft>
              <a:buSzPts val="1800"/>
              <a:buNone/>
            </a:pPr>
            <a:r>
              <a:t/>
            </a:r>
            <a:endParaRPr sz="1000">
              <a:solidFill>
                <a:schemeClr val="dk1"/>
              </a:solidFill>
              <a:latin typeface="Times New Roman"/>
              <a:ea typeface="Times New Roman"/>
              <a:cs typeface="Times New Roman"/>
              <a:sym typeface="Times New Roman"/>
            </a:endParaRPr>
          </a:p>
          <a:p>
            <a:pPr indent="0" lvl="0" marL="0" rtl="0" algn="l">
              <a:lnSpc>
                <a:spcPct val="95000"/>
              </a:lnSpc>
              <a:spcBef>
                <a:spcPts val="1200"/>
              </a:spcBef>
              <a:spcAft>
                <a:spcPts val="0"/>
              </a:spcAft>
              <a:buSzPts val="1800"/>
              <a:buNone/>
            </a:pPr>
            <a:r>
              <a:t/>
            </a:r>
            <a:endParaRPr sz="900">
              <a:solidFill>
                <a:schemeClr val="dk1"/>
              </a:solidFill>
              <a:latin typeface="Times New Roman"/>
              <a:ea typeface="Times New Roman"/>
              <a:cs typeface="Times New Roman"/>
              <a:sym typeface="Times New Roman"/>
            </a:endParaRPr>
          </a:p>
          <a:p>
            <a:pPr indent="0" lvl="0" marL="0" rtl="0" algn="l">
              <a:lnSpc>
                <a:spcPct val="95000"/>
              </a:lnSpc>
              <a:spcBef>
                <a:spcPts val="1200"/>
              </a:spcBef>
              <a:spcAft>
                <a:spcPts val="0"/>
              </a:spcAft>
              <a:buSzPts val="1800"/>
              <a:buNone/>
            </a:pPr>
            <a:r>
              <a:t/>
            </a:r>
            <a:endParaRPr sz="900">
              <a:solidFill>
                <a:schemeClr val="dk1"/>
              </a:solidFill>
              <a:latin typeface="Times New Roman"/>
              <a:ea typeface="Times New Roman"/>
              <a:cs typeface="Times New Roman"/>
              <a:sym typeface="Times New Roman"/>
            </a:endParaRPr>
          </a:p>
          <a:p>
            <a:pPr indent="0" lvl="0" marL="457200" rtl="0" algn="l">
              <a:lnSpc>
                <a:spcPct val="95000"/>
              </a:lnSpc>
              <a:spcBef>
                <a:spcPts val="1200"/>
              </a:spcBef>
              <a:spcAft>
                <a:spcPts val="0"/>
              </a:spcAft>
              <a:buSzPts val="1800"/>
              <a:buNone/>
            </a:pPr>
            <a:r>
              <a:t/>
            </a:r>
            <a:endParaRPr sz="900">
              <a:solidFill>
                <a:schemeClr val="dk1"/>
              </a:solidFill>
              <a:latin typeface="Times New Roman"/>
              <a:ea typeface="Times New Roman"/>
              <a:cs typeface="Times New Roman"/>
              <a:sym typeface="Times New Roman"/>
            </a:endParaRPr>
          </a:p>
          <a:p>
            <a:pPr indent="0" lvl="0" marL="457200" rtl="0" algn="l">
              <a:lnSpc>
                <a:spcPct val="95000"/>
              </a:lnSpc>
              <a:spcBef>
                <a:spcPts val="1200"/>
              </a:spcBef>
              <a:spcAft>
                <a:spcPts val="0"/>
              </a:spcAft>
              <a:buSzPts val="358"/>
              <a:buNone/>
            </a:pPr>
            <a:br>
              <a:rPr lang="es-419" sz="900">
                <a:solidFill>
                  <a:schemeClr val="dk1"/>
                </a:solidFill>
                <a:latin typeface="Times New Roman"/>
                <a:ea typeface="Times New Roman"/>
                <a:cs typeface="Times New Roman"/>
                <a:sym typeface="Times New Roman"/>
              </a:rPr>
            </a:br>
            <a:endParaRPr sz="900">
              <a:solidFill>
                <a:schemeClr val="dk1"/>
              </a:solidFill>
              <a:latin typeface="Times New Roman"/>
              <a:ea typeface="Times New Roman"/>
              <a:cs typeface="Times New Roman"/>
              <a:sym typeface="Times New Roman"/>
            </a:endParaRPr>
          </a:p>
          <a:p>
            <a:pPr indent="0" lvl="0" marL="0" rtl="0" algn="l">
              <a:lnSpc>
                <a:spcPct val="95000"/>
              </a:lnSpc>
              <a:spcBef>
                <a:spcPts val="1200"/>
              </a:spcBef>
              <a:spcAft>
                <a:spcPts val="0"/>
              </a:spcAft>
              <a:buSzPts val="358"/>
              <a:buNone/>
            </a:pPr>
            <a:r>
              <a:t/>
            </a:r>
            <a:endParaRPr sz="900">
              <a:solidFill>
                <a:schemeClr val="dk1"/>
              </a:solidFill>
              <a:latin typeface="Times New Roman"/>
              <a:ea typeface="Times New Roman"/>
              <a:cs typeface="Times New Roman"/>
              <a:sym typeface="Times New Roman"/>
            </a:endParaRPr>
          </a:p>
          <a:p>
            <a:pPr indent="0" lvl="0" marL="0" rtl="0" algn="l">
              <a:lnSpc>
                <a:spcPct val="95000"/>
              </a:lnSpc>
              <a:spcBef>
                <a:spcPts val="1200"/>
              </a:spcBef>
              <a:spcAft>
                <a:spcPts val="1200"/>
              </a:spcAft>
              <a:buSzPts val="358"/>
              <a:buNone/>
            </a:pPr>
            <a:r>
              <a:t/>
            </a:r>
            <a:endParaRPr sz="900">
              <a:solidFill>
                <a:schemeClr val="dk1"/>
              </a:solidFill>
              <a:latin typeface="Times New Roman"/>
              <a:ea typeface="Times New Roman"/>
              <a:cs typeface="Times New Roman"/>
              <a:sym typeface="Times New Roman"/>
            </a:endParaRPr>
          </a:p>
        </p:txBody>
      </p:sp>
      <p:sp>
        <p:nvSpPr>
          <p:cNvPr id="127" name="Google Shape;127;p10"/>
          <p:cNvSpPr txBox="1"/>
          <p:nvPr>
            <p:ph idx="1" type="body"/>
          </p:nvPr>
        </p:nvSpPr>
        <p:spPr>
          <a:xfrm>
            <a:off x="4325650" y="-344900"/>
            <a:ext cx="5055600" cy="6507000"/>
          </a:xfrm>
          <a:prstGeom prst="rect">
            <a:avLst/>
          </a:prstGeom>
          <a:noFill/>
          <a:ln>
            <a:noFill/>
          </a:ln>
        </p:spPr>
        <p:txBody>
          <a:bodyPr anchorCtr="0" anchor="t" bIns="91425" lIns="91425" spcFirstLastPara="1" rIns="91425" wrap="square" tIns="91425">
            <a:noAutofit/>
          </a:bodyPr>
          <a:lstStyle/>
          <a:p>
            <a:pPr indent="0" lvl="0" marL="457200" rtl="0" algn="l">
              <a:lnSpc>
                <a:spcPct val="115000"/>
              </a:lnSpc>
              <a:spcBef>
                <a:spcPts val="1200"/>
              </a:spcBef>
              <a:spcAft>
                <a:spcPts val="0"/>
              </a:spcAft>
              <a:buSzPts val="1800"/>
              <a:buNone/>
            </a:pPr>
            <a:r>
              <a:t/>
            </a:r>
            <a:endParaRPr sz="1100">
              <a:solidFill>
                <a:schemeClr val="dk1"/>
              </a:solidFill>
              <a:latin typeface="Times New Roman"/>
              <a:ea typeface="Times New Roman"/>
              <a:cs typeface="Times New Roman"/>
              <a:sym typeface="Times New Roman"/>
            </a:endParaRPr>
          </a:p>
          <a:p>
            <a:pPr indent="0" lvl="0" marL="457200" rtl="0" algn="l">
              <a:lnSpc>
                <a:spcPct val="115000"/>
              </a:lnSpc>
              <a:spcBef>
                <a:spcPts val="1200"/>
              </a:spcBef>
              <a:spcAft>
                <a:spcPts val="0"/>
              </a:spcAft>
              <a:buSzPts val="1800"/>
              <a:buNone/>
            </a:pPr>
            <a:r>
              <a:rPr lang="es-419" sz="900">
                <a:solidFill>
                  <a:schemeClr val="dk1"/>
                </a:solidFill>
                <a:latin typeface="Times New Roman"/>
                <a:ea typeface="Times New Roman"/>
                <a:cs typeface="Times New Roman"/>
                <a:sym typeface="Times New Roman"/>
              </a:rPr>
              <a:t> 6.    En su opinión, ¿qué tan alineado está el proceso de ventas actual con los objetivos estratégicos de la empresa?</a:t>
            </a:r>
            <a:br>
              <a:rPr lang="es-419" sz="900">
                <a:solidFill>
                  <a:schemeClr val="dk1"/>
                </a:solidFill>
                <a:latin typeface="Times New Roman"/>
                <a:ea typeface="Times New Roman"/>
                <a:cs typeface="Times New Roman"/>
                <a:sym typeface="Times New Roman"/>
              </a:rPr>
            </a:br>
            <a:endParaRPr sz="900">
              <a:solidFill>
                <a:schemeClr val="dk1"/>
              </a:solidFill>
              <a:latin typeface="Times New Roman"/>
              <a:ea typeface="Times New Roman"/>
              <a:cs typeface="Times New Roman"/>
              <a:sym typeface="Times New Roman"/>
            </a:endParaRPr>
          </a:p>
          <a:p>
            <a:pPr indent="0" lvl="0" marL="457200" rtl="0" algn="l">
              <a:lnSpc>
                <a:spcPct val="115000"/>
              </a:lnSpc>
              <a:spcBef>
                <a:spcPts val="1200"/>
              </a:spcBef>
              <a:spcAft>
                <a:spcPts val="0"/>
              </a:spcAft>
              <a:buSzPts val="1800"/>
              <a:buNone/>
            </a:pPr>
            <a:r>
              <a:rPr lang="es-419" sz="900">
                <a:solidFill>
                  <a:schemeClr val="dk1"/>
                </a:solidFill>
                <a:latin typeface="Times New Roman"/>
                <a:ea typeface="Times New Roman"/>
                <a:cs typeface="Times New Roman"/>
                <a:sym typeface="Times New Roman"/>
              </a:rPr>
              <a:t>7.    ¿Considera que un sistema digital puede fortalecer la fidelización de clientes?</a:t>
            </a:r>
            <a:br>
              <a:rPr lang="es-419" sz="900">
                <a:solidFill>
                  <a:schemeClr val="dk1"/>
                </a:solidFill>
                <a:latin typeface="Times New Roman"/>
                <a:ea typeface="Times New Roman"/>
                <a:cs typeface="Times New Roman"/>
                <a:sym typeface="Times New Roman"/>
              </a:rPr>
            </a:br>
            <a:endParaRPr sz="900">
              <a:solidFill>
                <a:schemeClr val="dk1"/>
              </a:solidFill>
              <a:latin typeface="Times New Roman"/>
              <a:ea typeface="Times New Roman"/>
              <a:cs typeface="Times New Roman"/>
              <a:sym typeface="Times New Roman"/>
            </a:endParaRPr>
          </a:p>
          <a:p>
            <a:pPr indent="-285750" lvl="1" marL="914400" rtl="0" algn="l">
              <a:lnSpc>
                <a:spcPct val="115000"/>
              </a:lnSpc>
              <a:spcBef>
                <a:spcPts val="1200"/>
              </a:spcBef>
              <a:spcAft>
                <a:spcPts val="0"/>
              </a:spcAft>
              <a:buClr>
                <a:schemeClr val="dk1"/>
              </a:buClr>
              <a:buSzPts val="900"/>
              <a:buFont typeface="Times New Roman"/>
              <a:buChar char="○"/>
            </a:pPr>
            <a:r>
              <a:rPr lang="es-419" sz="900">
                <a:solidFill>
                  <a:schemeClr val="dk1"/>
                </a:solidFill>
                <a:latin typeface="Times New Roman"/>
                <a:ea typeface="Times New Roman"/>
                <a:cs typeface="Times New Roman"/>
                <a:sym typeface="Times New Roman"/>
              </a:rPr>
              <a:t>( ) Sí</a:t>
            </a:r>
            <a:br>
              <a:rPr lang="es-419" sz="900">
                <a:solidFill>
                  <a:schemeClr val="dk1"/>
                </a:solidFill>
                <a:latin typeface="Times New Roman"/>
                <a:ea typeface="Times New Roman"/>
                <a:cs typeface="Times New Roman"/>
                <a:sym typeface="Times New Roman"/>
              </a:rPr>
            </a:br>
            <a:endParaRPr sz="900">
              <a:solidFill>
                <a:schemeClr val="dk1"/>
              </a:solidFill>
              <a:latin typeface="Times New Roman"/>
              <a:ea typeface="Times New Roman"/>
              <a:cs typeface="Times New Roman"/>
              <a:sym typeface="Times New Roman"/>
            </a:endParaRPr>
          </a:p>
          <a:p>
            <a:pPr indent="-285750" lvl="1" marL="914400" rtl="0" algn="l">
              <a:lnSpc>
                <a:spcPct val="115000"/>
              </a:lnSpc>
              <a:spcBef>
                <a:spcPts val="0"/>
              </a:spcBef>
              <a:spcAft>
                <a:spcPts val="0"/>
              </a:spcAft>
              <a:buClr>
                <a:schemeClr val="dk1"/>
              </a:buClr>
              <a:buSzPts val="900"/>
              <a:buFont typeface="Times New Roman"/>
              <a:buChar char="○"/>
            </a:pPr>
            <a:r>
              <a:rPr lang="es-419" sz="900">
                <a:solidFill>
                  <a:schemeClr val="dk1"/>
                </a:solidFill>
                <a:latin typeface="Times New Roman"/>
                <a:ea typeface="Times New Roman"/>
                <a:cs typeface="Times New Roman"/>
                <a:sym typeface="Times New Roman"/>
              </a:rPr>
              <a:t>( ) No</a:t>
            </a:r>
            <a:br>
              <a:rPr lang="es-419" sz="900">
                <a:solidFill>
                  <a:schemeClr val="dk1"/>
                </a:solidFill>
                <a:latin typeface="Times New Roman"/>
                <a:ea typeface="Times New Roman"/>
                <a:cs typeface="Times New Roman"/>
                <a:sym typeface="Times New Roman"/>
              </a:rPr>
            </a:br>
            <a:endParaRPr sz="900">
              <a:solidFill>
                <a:schemeClr val="dk1"/>
              </a:solidFill>
              <a:latin typeface="Times New Roman"/>
              <a:ea typeface="Times New Roman"/>
              <a:cs typeface="Times New Roman"/>
              <a:sym typeface="Times New Roman"/>
            </a:endParaRPr>
          </a:p>
          <a:p>
            <a:pPr indent="-285750" lvl="1" marL="914400" rtl="0" algn="l">
              <a:lnSpc>
                <a:spcPct val="115000"/>
              </a:lnSpc>
              <a:spcBef>
                <a:spcPts val="0"/>
              </a:spcBef>
              <a:spcAft>
                <a:spcPts val="0"/>
              </a:spcAft>
              <a:buClr>
                <a:schemeClr val="dk1"/>
              </a:buClr>
              <a:buSzPts val="900"/>
              <a:buFont typeface="Times New Roman"/>
              <a:buChar char="○"/>
            </a:pPr>
            <a:r>
              <a:rPr lang="es-419" sz="900">
                <a:solidFill>
                  <a:schemeClr val="dk1"/>
                </a:solidFill>
                <a:latin typeface="Times New Roman"/>
                <a:ea typeface="Times New Roman"/>
                <a:cs typeface="Times New Roman"/>
                <a:sym typeface="Times New Roman"/>
              </a:rPr>
              <a:t>( ) No estoy seguro</a:t>
            </a:r>
            <a:br>
              <a:rPr lang="es-419" sz="900">
                <a:solidFill>
                  <a:schemeClr val="dk1"/>
                </a:solidFill>
                <a:latin typeface="Times New Roman"/>
                <a:ea typeface="Times New Roman"/>
                <a:cs typeface="Times New Roman"/>
                <a:sym typeface="Times New Roman"/>
              </a:rPr>
            </a:br>
            <a:endParaRPr sz="900">
              <a:solidFill>
                <a:schemeClr val="dk1"/>
              </a:solidFill>
              <a:latin typeface="Times New Roman"/>
              <a:ea typeface="Times New Roman"/>
              <a:cs typeface="Times New Roman"/>
              <a:sym typeface="Times New Roman"/>
            </a:endParaRPr>
          </a:p>
          <a:p>
            <a:pPr indent="0" lvl="0" marL="457200" rtl="0" algn="l">
              <a:lnSpc>
                <a:spcPct val="115000"/>
              </a:lnSpc>
              <a:spcBef>
                <a:spcPts val="1200"/>
              </a:spcBef>
              <a:spcAft>
                <a:spcPts val="0"/>
              </a:spcAft>
              <a:buSzPts val="1800"/>
              <a:buNone/>
            </a:pPr>
            <a:r>
              <a:rPr lang="es-419" sz="900">
                <a:solidFill>
                  <a:schemeClr val="dk1"/>
                </a:solidFill>
                <a:latin typeface="Times New Roman"/>
                <a:ea typeface="Times New Roman"/>
                <a:cs typeface="Times New Roman"/>
                <a:sym typeface="Times New Roman"/>
              </a:rPr>
              <a:t>8.   ¿Qué elementos visuales debería contener un tablero de análisis de ventas?</a:t>
            </a:r>
            <a:br>
              <a:rPr lang="es-419" sz="900">
                <a:solidFill>
                  <a:schemeClr val="dk1"/>
                </a:solidFill>
                <a:latin typeface="Times New Roman"/>
                <a:ea typeface="Times New Roman"/>
                <a:cs typeface="Times New Roman"/>
                <a:sym typeface="Times New Roman"/>
              </a:rPr>
            </a:br>
            <a:endParaRPr sz="900">
              <a:solidFill>
                <a:schemeClr val="dk1"/>
              </a:solidFill>
              <a:latin typeface="Times New Roman"/>
              <a:ea typeface="Times New Roman"/>
              <a:cs typeface="Times New Roman"/>
              <a:sym typeface="Times New Roman"/>
            </a:endParaRPr>
          </a:p>
          <a:p>
            <a:pPr indent="0" lvl="0" marL="457200" rtl="0" algn="l">
              <a:lnSpc>
                <a:spcPct val="115000"/>
              </a:lnSpc>
              <a:spcBef>
                <a:spcPts val="1200"/>
              </a:spcBef>
              <a:spcAft>
                <a:spcPts val="0"/>
              </a:spcAft>
              <a:buSzPts val="1800"/>
              <a:buNone/>
            </a:pPr>
            <a:r>
              <a:rPr lang="es-419" sz="900">
                <a:solidFill>
                  <a:schemeClr val="dk1"/>
                </a:solidFill>
                <a:latin typeface="Times New Roman"/>
                <a:ea typeface="Times New Roman"/>
                <a:cs typeface="Times New Roman"/>
                <a:sym typeface="Times New Roman"/>
              </a:rPr>
              <a:t>9.   ¿Con qué frecuencia toma decisiones basadas en datos históricos?</a:t>
            </a:r>
            <a:br>
              <a:rPr lang="es-419" sz="900">
                <a:solidFill>
                  <a:schemeClr val="dk1"/>
                </a:solidFill>
                <a:latin typeface="Times New Roman"/>
                <a:ea typeface="Times New Roman"/>
                <a:cs typeface="Times New Roman"/>
                <a:sym typeface="Times New Roman"/>
              </a:rPr>
            </a:br>
            <a:endParaRPr sz="900">
              <a:solidFill>
                <a:schemeClr val="dk1"/>
              </a:solidFill>
              <a:latin typeface="Times New Roman"/>
              <a:ea typeface="Times New Roman"/>
              <a:cs typeface="Times New Roman"/>
              <a:sym typeface="Times New Roman"/>
            </a:endParaRPr>
          </a:p>
          <a:p>
            <a:pPr indent="-285750" lvl="1" marL="914400" rtl="0" algn="l">
              <a:lnSpc>
                <a:spcPct val="115000"/>
              </a:lnSpc>
              <a:spcBef>
                <a:spcPts val="1200"/>
              </a:spcBef>
              <a:spcAft>
                <a:spcPts val="0"/>
              </a:spcAft>
              <a:buClr>
                <a:schemeClr val="dk1"/>
              </a:buClr>
              <a:buSzPts val="900"/>
              <a:buFont typeface="Times New Roman"/>
              <a:buChar char="○"/>
            </a:pPr>
            <a:r>
              <a:rPr lang="es-419" sz="900">
                <a:solidFill>
                  <a:schemeClr val="dk1"/>
                </a:solidFill>
                <a:latin typeface="Times New Roman"/>
                <a:ea typeface="Times New Roman"/>
                <a:cs typeface="Times New Roman"/>
                <a:sym typeface="Times New Roman"/>
              </a:rPr>
              <a:t>( ) Siempre</a:t>
            </a:r>
            <a:br>
              <a:rPr lang="es-419" sz="900">
                <a:solidFill>
                  <a:schemeClr val="dk1"/>
                </a:solidFill>
                <a:latin typeface="Times New Roman"/>
                <a:ea typeface="Times New Roman"/>
                <a:cs typeface="Times New Roman"/>
                <a:sym typeface="Times New Roman"/>
              </a:rPr>
            </a:br>
            <a:endParaRPr sz="900">
              <a:solidFill>
                <a:schemeClr val="dk1"/>
              </a:solidFill>
              <a:latin typeface="Times New Roman"/>
              <a:ea typeface="Times New Roman"/>
              <a:cs typeface="Times New Roman"/>
              <a:sym typeface="Times New Roman"/>
            </a:endParaRPr>
          </a:p>
          <a:p>
            <a:pPr indent="-285750" lvl="1" marL="914400" rtl="0" algn="l">
              <a:lnSpc>
                <a:spcPct val="115000"/>
              </a:lnSpc>
              <a:spcBef>
                <a:spcPts val="0"/>
              </a:spcBef>
              <a:spcAft>
                <a:spcPts val="0"/>
              </a:spcAft>
              <a:buClr>
                <a:schemeClr val="dk1"/>
              </a:buClr>
              <a:buSzPts val="900"/>
              <a:buFont typeface="Times New Roman"/>
              <a:buChar char="○"/>
            </a:pPr>
            <a:r>
              <a:rPr lang="es-419" sz="900">
                <a:solidFill>
                  <a:schemeClr val="dk1"/>
                </a:solidFill>
                <a:latin typeface="Times New Roman"/>
                <a:ea typeface="Times New Roman"/>
                <a:cs typeface="Times New Roman"/>
                <a:sym typeface="Times New Roman"/>
              </a:rPr>
              <a:t>( ) A menudo</a:t>
            </a:r>
            <a:br>
              <a:rPr lang="es-419" sz="900">
                <a:solidFill>
                  <a:schemeClr val="dk1"/>
                </a:solidFill>
                <a:latin typeface="Times New Roman"/>
                <a:ea typeface="Times New Roman"/>
                <a:cs typeface="Times New Roman"/>
                <a:sym typeface="Times New Roman"/>
              </a:rPr>
            </a:br>
            <a:endParaRPr sz="900">
              <a:solidFill>
                <a:schemeClr val="dk1"/>
              </a:solidFill>
              <a:latin typeface="Times New Roman"/>
              <a:ea typeface="Times New Roman"/>
              <a:cs typeface="Times New Roman"/>
              <a:sym typeface="Times New Roman"/>
            </a:endParaRPr>
          </a:p>
          <a:p>
            <a:pPr indent="-285750" lvl="1" marL="914400" rtl="0" algn="l">
              <a:lnSpc>
                <a:spcPct val="115000"/>
              </a:lnSpc>
              <a:spcBef>
                <a:spcPts val="0"/>
              </a:spcBef>
              <a:spcAft>
                <a:spcPts val="0"/>
              </a:spcAft>
              <a:buClr>
                <a:schemeClr val="dk1"/>
              </a:buClr>
              <a:buSzPts val="900"/>
              <a:buFont typeface="Times New Roman"/>
              <a:buChar char="○"/>
            </a:pPr>
            <a:r>
              <a:rPr lang="es-419" sz="900">
                <a:solidFill>
                  <a:schemeClr val="dk1"/>
                </a:solidFill>
                <a:latin typeface="Times New Roman"/>
                <a:ea typeface="Times New Roman"/>
                <a:cs typeface="Times New Roman"/>
                <a:sym typeface="Times New Roman"/>
              </a:rPr>
              <a:t>( ) Rara vez</a:t>
            </a:r>
            <a:br>
              <a:rPr lang="es-419" sz="900">
                <a:solidFill>
                  <a:schemeClr val="dk1"/>
                </a:solidFill>
                <a:latin typeface="Times New Roman"/>
                <a:ea typeface="Times New Roman"/>
                <a:cs typeface="Times New Roman"/>
                <a:sym typeface="Times New Roman"/>
              </a:rPr>
            </a:br>
            <a:endParaRPr sz="900">
              <a:solidFill>
                <a:schemeClr val="dk1"/>
              </a:solidFill>
              <a:latin typeface="Times New Roman"/>
              <a:ea typeface="Times New Roman"/>
              <a:cs typeface="Times New Roman"/>
              <a:sym typeface="Times New Roman"/>
            </a:endParaRPr>
          </a:p>
          <a:p>
            <a:pPr indent="-285750" lvl="1" marL="914400" rtl="0" algn="l">
              <a:lnSpc>
                <a:spcPct val="115000"/>
              </a:lnSpc>
              <a:spcBef>
                <a:spcPts val="0"/>
              </a:spcBef>
              <a:spcAft>
                <a:spcPts val="0"/>
              </a:spcAft>
              <a:buClr>
                <a:schemeClr val="dk1"/>
              </a:buClr>
              <a:buSzPts val="900"/>
              <a:buFont typeface="Times New Roman"/>
              <a:buChar char="○"/>
            </a:pPr>
            <a:r>
              <a:rPr lang="es-419" sz="900">
                <a:solidFill>
                  <a:schemeClr val="dk1"/>
                </a:solidFill>
                <a:latin typeface="Times New Roman"/>
                <a:ea typeface="Times New Roman"/>
                <a:cs typeface="Times New Roman"/>
                <a:sym typeface="Times New Roman"/>
              </a:rPr>
              <a:t>( ) Nunca</a:t>
            </a:r>
            <a:br>
              <a:rPr lang="es-419" sz="900">
                <a:solidFill>
                  <a:schemeClr val="dk1"/>
                </a:solidFill>
                <a:latin typeface="Times New Roman"/>
                <a:ea typeface="Times New Roman"/>
                <a:cs typeface="Times New Roman"/>
                <a:sym typeface="Times New Roman"/>
              </a:rPr>
            </a:br>
            <a:endParaRPr sz="900">
              <a:solidFill>
                <a:schemeClr val="dk1"/>
              </a:solidFill>
              <a:latin typeface="Times New Roman"/>
              <a:ea typeface="Times New Roman"/>
              <a:cs typeface="Times New Roman"/>
              <a:sym typeface="Times New Roman"/>
            </a:endParaRPr>
          </a:p>
          <a:p>
            <a:pPr indent="0" lvl="0" marL="457200" rtl="0" algn="l">
              <a:lnSpc>
                <a:spcPct val="115000"/>
              </a:lnSpc>
              <a:spcBef>
                <a:spcPts val="1200"/>
              </a:spcBef>
              <a:spcAft>
                <a:spcPts val="0"/>
              </a:spcAft>
              <a:buSzPts val="1800"/>
              <a:buNone/>
            </a:pPr>
            <a:r>
              <a:rPr lang="es-419" sz="900">
                <a:solidFill>
                  <a:schemeClr val="dk1"/>
                </a:solidFill>
                <a:latin typeface="Times New Roman"/>
                <a:ea typeface="Times New Roman"/>
                <a:cs typeface="Times New Roman"/>
                <a:sym typeface="Times New Roman"/>
              </a:rPr>
              <a:t>¿Qué beneficios espera obtener al implementar un sistema digital para la gestión de ventas?</a:t>
            </a:r>
            <a:endParaRPr sz="700">
              <a:solidFill>
                <a:schemeClr val="dk1"/>
              </a:solidFill>
              <a:latin typeface="Times New Roman"/>
              <a:ea typeface="Times New Roman"/>
              <a:cs typeface="Times New Roman"/>
              <a:sym typeface="Times New Roman"/>
            </a:endParaRPr>
          </a:p>
          <a:p>
            <a:pPr indent="0" lvl="0" marL="0" rtl="0" algn="l">
              <a:lnSpc>
                <a:spcPct val="95000"/>
              </a:lnSpc>
              <a:spcBef>
                <a:spcPts val="1200"/>
              </a:spcBef>
              <a:spcAft>
                <a:spcPts val="0"/>
              </a:spcAft>
              <a:buClr>
                <a:schemeClr val="dk1"/>
              </a:buClr>
              <a:buSzPts val="1100"/>
              <a:buFont typeface="Arial"/>
              <a:buNone/>
            </a:pPr>
            <a:r>
              <a:t/>
            </a:r>
            <a:endParaRPr sz="900">
              <a:solidFill>
                <a:schemeClr val="dk1"/>
              </a:solidFill>
              <a:latin typeface="Times New Roman"/>
              <a:ea typeface="Times New Roman"/>
              <a:cs typeface="Times New Roman"/>
              <a:sym typeface="Times New Roman"/>
            </a:endParaRPr>
          </a:p>
          <a:p>
            <a:pPr indent="0" lvl="0" marL="0" rtl="0" algn="l">
              <a:lnSpc>
                <a:spcPct val="95000"/>
              </a:lnSpc>
              <a:spcBef>
                <a:spcPts val="1200"/>
              </a:spcBef>
              <a:spcAft>
                <a:spcPts val="0"/>
              </a:spcAft>
              <a:buClr>
                <a:schemeClr val="dk1"/>
              </a:buClr>
              <a:buSzPts val="1100"/>
              <a:buFont typeface="Arial"/>
              <a:buNone/>
            </a:pPr>
            <a:r>
              <a:t/>
            </a:r>
            <a:endParaRPr sz="900">
              <a:solidFill>
                <a:schemeClr val="dk1"/>
              </a:solidFill>
              <a:latin typeface="Times New Roman"/>
              <a:ea typeface="Times New Roman"/>
              <a:cs typeface="Times New Roman"/>
              <a:sym typeface="Times New Roman"/>
            </a:endParaRPr>
          </a:p>
          <a:p>
            <a:pPr indent="0" lvl="0" marL="0" rtl="0" algn="l">
              <a:lnSpc>
                <a:spcPct val="95000"/>
              </a:lnSpc>
              <a:spcBef>
                <a:spcPts val="1200"/>
              </a:spcBef>
              <a:spcAft>
                <a:spcPts val="0"/>
              </a:spcAft>
              <a:buSzPts val="1800"/>
              <a:buNone/>
            </a:pPr>
            <a:r>
              <a:t/>
            </a:r>
            <a:endParaRPr sz="900">
              <a:solidFill>
                <a:schemeClr val="dk1"/>
              </a:solidFill>
              <a:latin typeface="Times New Roman"/>
              <a:ea typeface="Times New Roman"/>
              <a:cs typeface="Times New Roman"/>
              <a:sym typeface="Times New Roman"/>
            </a:endParaRPr>
          </a:p>
          <a:p>
            <a:pPr indent="0" lvl="0" marL="0" rtl="0" algn="l">
              <a:lnSpc>
                <a:spcPct val="95000"/>
              </a:lnSpc>
              <a:spcBef>
                <a:spcPts val="1200"/>
              </a:spcBef>
              <a:spcAft>
                <a:spcPts val="0"/>
              </a:spcAft>
              <a:buSzPts val="1800"/>
              <a:buNone/>
            </a:pPr>
            <a:r>
              <a:t/>
            </a:r>
            <a:endParaRPr sz="900">
              <a:solidFill>
                <a:schemeClr val="dk1"/>
              </a:solidFill>
              <a:latin typeface="Times New Roman"/>
              <a:ea typeface="Times New Roman"/>
              <a:cs typeface="Times New Roman"/>
              <a:sym typeface="Times New Roman"/>
            </a:endParaRPr>
          </a:p>
          <a:p>
            <a:pPr indent="0" lvl="0" marL="457200" rtl="0" algn="l">
              <a:lnSpc>
                <a:spcPct val="95000"/>
              </a:lnSpc>
              <a:spcBef>
                <a:spcPts val="1200"/>
              </a:spcBef>
              <a:spcAft>
                <a:spcPts val="0"/>
              </a:spcAft>
              <a:buSzPts val="1800"/>
              <a:buNone/>
            </a:pPr>
            <a:r>
              <a:t/>
            </a:r>
            <a:endParaRPr sz="900">
              <a:solidFill>
                <a:schemeClr val="dk1"/>
              </a:solidFill>
              <a:latin typeface="Times New Roman"/>
              <a:ea typeface="Times New Roman"/>
              <a:cs typeface="Times New Roman"/>
              <a:sym typeface="Times New Roman"/>
            </a:endParaRPr>
          </a:p>
          <a:p>
            <a:pPr indent="0" lvl="0" marL="457200" rtl="0" algn="l">
              <a:lnSpc>
                <a:spcPct val="95000"/>
              </a:lnSpc>
              <a:spcBef>
                <a:spcPts val="1200"/>
              </a:spcBef>
              <a:spcAft>
                <a:spcPts val="0"/>
              </a:spcAft>
              <a:buSzPts val="358"/>
              <a:buNone/>
            </a:pPr>
            <a:br>
              <a:rPr lang="es-419" sz="900">
                <a:solidFill>
                  <a:schemeClr val="dk1"/>
                </a:solidFill>
                <a:latin typeface="Times New Roman"/>
                <a:ea typeface="Times New Roman"/>
                <a:cs typeface="Times New Roman"/>
                <a:sym typeface="Times New Roman"/>
              </a:rPr>
            </a:br>
            <a:endParaRPr sz="900">
              <a:solidFill>
                <a:schemeClr val="dk1"/>
              </a:solidFill>
              <a:latin typeface="Times New Roman"/>
              <a:ea typeface="Times New Roman"/>
              <a:cs typeface="Times New Roman"/>
              <a:sym typeface="Times New Roman"/>
            </a:endParaRPr>
          </a:p>
          <a:p>
            <a:pPr indent="0" lvl="0" marL="0" rtl="0" algn="l">
              <a:lnSpc>
                <a:spcPct val="95000"/>
              </a:lnSpc>
              <a:spcBef>
                <a:spcPts val="1200"/>
              </a:spcBef>
              <a:spcAft>
                <a:spcPts val="0"/>
              </a:spcAft>
              <a:buSzPts val="358"/>
              <a:buNone/>
            </a:pPr>
            <a:r>
              <a:t/>
            </a:r>
            <a:endParaRPr sz="900">
              <a:solidFill>
                <a:schemeClr val="dk1"/>
              </a:solidFill>
              <a:latin typeface="Times New Roman"/>
              <a:ea typeface="Times New Roman"/>
              <a:cs typeface="Times New Roman"/>
              <a:sym typeface="Times New Roman"/>
            </a:endParaRPr>
          </a:p>
          <a:p>
            <a:pPr indent="0" lvl="0" marL="0" rtl="0" algn="l">
              <a:lnSpc>
                <a:spcPct val="95000"/>
              </a:lnSpc>
              <a:spcBef>
                <a:spcPts val="1200"/>
              </a:spcBef>
              <a:spcAft>
                <a:spcPts val="1200"/>
              </a:spcAft>
              <a:buSzPts val="358"/>
              <a:buNone/>
            </a:pPr>
            <a:r>
              <a:t/>
            </a:r>
            <a:endParaRPr sz="900">
              <a:solidFill>
                <a:schemeClr val="dk1"/>
              </a:solidFill>
              <a:latin typeface="Times New Roman"/>
              <a:ea typeface="Times New Roman"/>
              <a:cs typeface="Times New Roman"/>
              <a:sym typeface="Times New Roman"/>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 name="Shape 131"/>
        <p:cNvGrpSpPr/>
        <p:nvPr/>
      </p:nvGrpSpPr>
      <p:grpSpPr>
        <a:xfrm>
          <a:off x="0" y="0"/>
          <a:ext cx="0" cy="0"/>
          <a:chOff x="0" y="0"/>
          <a:chExt cx="0" cy="0"/>
        </a:xfrm>
      </p:grpSpPr>
      <p:sp>
        <p:nvSpPr>
          <p:cNvPr id="132" name="Google Shape;132;p11"/>
          <p:cNvSpPr txBox="1"/>
          <p:nvPr>
            <p:ph type="title"/>
          </p:nvPr>
        </p:nvSpPr>
        <p:spPr>
          <a:xfrm>
            <a:off x="243925" y="68300"/>
            <a:ext cx="8520600" cy="5727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2800"/>
              <a:buNone/>
            </a:pPr>
            <a:r>
              <a:rPr b="1" lang="es-419" sz="2000">
                <a:highlight>
                  <a:srgbClr val="FFFFFF"/>
                </a:highlight>
                <a:latin typeface="Times New Roman"/>
                <a:ea typeface="Times New Roman"/>
                <a:cs typeface="Times New Roman"/>
                <a:sym typeface="Times New Roman"/>
              </a:rPr>
              <a:t>9. BPMN </a:t>
            </a:r>
            <a:endParaRPr b="1" sz="2000">
              <a:latin typeface="Times New Roman"/>
              <a:ea typeface="Times New Roman"/>
              <a:cs typeface="Times New Roman"/>
              <a:sym typeface="Times New Roman"/>
            </a:endParaRPr>
          </a:p>
        </p:txBody>
      </p:sp>
      <p:pic>
        <p:nvPicPr>
          <p:cNvPr id="133" name="Google Shape;133;p11"/>
          <p:cNvPicPr preferRelativeResize="0"/>
          <p:nvPr/>
        </p:nvPicPr>
        <p:blipFill rotWithShape="1">
          <a:blip r:embed="rId3">
            <a:alphaModFix/>
          </a:blip>
          <a:srcRect b="0" l="0" r="0" t="0"/>
          <a:stretch/>
        </p:blipFill>
        <p:spPr>
          <a:xfrm>
            <a:off x="8271325" y="179125"/>
            <a:ext cx="751575" cy="734850"/>
          </a:xfrm>
          <a:prstGeom prst="rect">
            <a:avLst/>
          </a:prstGeom>
          <a:noFill/>
          <a:ln>
            <a:noFill/>
          </a:ln>
        </p:spPr>
      </p:pic>
      <p:pic>
        <p:nvPicPr>
          <p:cNvPr id="134" name="Google Shape;134;p11"/>
          <p:cNvPicPr preferRelativeResize="0"/>
          <p:nvPr/>
        </p:nvPicPr>
        <p:blipFill rotWithShape="1">
          <a:blip r:embed="rId4">
            <a:alphaModFix/>
          </a:blip>
          <a:srcRect b="0" l="0" r="0" t="0"/>
          <a:stretch/>
        </p:blipFill>
        <p:spPr>
          <a:xfrm>
            <a:off x="1467400" y="531750"/>
            <a:ext cx="6209200" cy="4529524"/>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 name="Shape 138"/>
        <p:cNvGrpSpPr/>
        <p:nvPr/>
      </p:nvGrpSpPr>
      <p:grpSpPr>
        <a:xfrm>
          <a:off x="0" y="0"/>
          <a:ext cx="0" cy="0"/>
          <a:chOff x="0" y="0"/>
          <a:chExt cx="0" cy="0"/>
        </a:xfrm>
      </p:grpSpPr>
      <p:sp>
        <p:nvSpPr>
          <p:cNvPr id="139" name="Google Shape;139;p12"/>
          <p:cNvSpPr txBox="1"/>
          <p:nvPr>
            <p:ph type="title"/>
          </p:nvPr>
        </p:nvSpPr>
        <p:spPr>
          <a:xfrm>
            <a:off x="243925" y="68300"/>
            <a:ext cx="8520600" cy="5727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2800"/>
              <a:buNone/>
            </a:pPr>
            <a:r>
              <a:rPr b="1" lang="es-419" sz="2000">
                <a:highlight>
                  <a:srgbClr val="FFFFFF"/>
                </a:highlight>
                <a:latin typeface="Times New Roman"/>
                <a:ea typeface="Times New Roman"/>
                <a:cs typeface="Times New Roman"/>
                <a:sym typeface="Times New Roman"/>
              </a:rPr>
              <a:t>9. BPMN </a:t>
            </a:r>
            <a:endParaRPr b="1" sz="2000">
              <a:latin typeface="Times New Roman"/>
              <a:ea typeface="Times New Roman"/>
              <a:cs typeface="Times New Roman"/>
              <a:sym typeface="Times New Roman"/>
            </a:endParaRPr>
          </a:p>
        </p:txBody>
      </p:sp>
      <p:pic>
        <p:nvPicPr>
          <p:cNvPr id="140" name="Google Shape;140;p12"/>
          <p:cNvPicPr preferRelativeResize="0"/>
          <p:nvPr/>
        </p:nvPicPr>
        <p:blipFill rotWithShape="1">
          <a:blip r:embed="rId3">
            <a:alphaModFix/>
          </a:blip>
          <a:srcRect b="0" l="0" r="0" t="0"/>
          <a:stretch/>
        </p:blipFill>
        <p:spPr>
          <a:xfrm>
            <a:off x="8271325" y="179125"/>
            <a:ext cx="751575" cy="734850"/>
          </a:xfrm>
          <a:prstGeom prst="rect">
            <a:avLst/>
          </a:prstGeom>
          <a:noFill/>
          <a:ln>
            <a:noFill/>
          </a:ln>
        </p:spPr>
      </p:pic>
      <p:pic>
        <p:nvPicPr>
          <p:cNvPr id="141" name="Google Shape;141;p12"/>
          <p:cNvPicPr preferRelativeResize="0"/>
          <p:nvPr/>
        </p:nvPicPr>
        <p:blipFill rotWithShape="1">
          <a:blip r:embed="rId4">
            <a:alphaModFix/>
          </a:blip>
          <a:srcRect b="0" l="0" r="0" t="0"/>
          <a:stretch/>
        </p:blipFill>
        <p:spPr>
          <a:xfrm>
            <a:off x="369200" y="782275"/>
            <a:ext cx="8513309" cy="3924726"/>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 name="Shape 145"/>
        <p:cNvGrpSpPr/>
        <p:nvPr/>
      </p:nvGrpSpPr>
      <p:grpSpPr>
        <a:xfrm>
          <a:off x="0" y="0"/>
          <a:ext cx="0" cy="0"/>
          <a:chOff x="0" y="0"/>
          <a:chExt cx="0" cy="0"/>
        </a:xfrm>
      </p:grpSpPr>
      <p:sp>
        <p:nvSpPr>
          <p:cNvPr id="146" name="Google Shape;146;p13"/>
          <p:cNvSpPr txBox="1"/>
          <p:nvPr>
            <p:ph type="title"/>
          </p:nvPr>
        </p:nvSpPr>
        <p:spPr>
          <a:xfrm>
            <a:off x="243925" y="68300"/>
            <a:ext cx="8520600" cy="5727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2800"/>
              <a:buNone/>
            </a:pPr>
            <a:r>
              <a:rPr b="1" lang="es-419" sz="2000">
                <a:highlight>
                  <a:srgbClr val="FFFFFF"/>
                </a:highlight>
                <a:latin typeface="Times New Roman"/>
                <a:ea typeface="Times New Roman"/>
                <a:cs typeface="Times New Roman"/>
                <a:sym typeface="Times New Roman"/>
              </a:rPr>
              <a:t>9. BPMN </a:t>
            </a:r>
            <a:endParaRPr b="1" sz="2000">
              <a:latin typeface="Times New Roman"/>
              <a:ea typeface="Times New Roman"/>
              <a:cs typeface="Times New Roman"/>
              <a:sym typeface="Times New Roman"/>
            </a:endParaRPr>
          </a:p>
        </p:txBody>
      </p:sp>
      <p:pic>
        <p:nvPicPr>
          <p:cNvPr id="147" name="Google Shape;147;p13"/>
          <p:cNvPicPr preferRelativeResize="0"/>
          <p:nvPr/>
        </p:nvPicPr>
        <p:blipFill rotWithShape="1">
          <a:blip r:embed="rId3">
            <a:alphaModFix/>
          </a:blip>
          <a:srcRect b="0" l="0" r="0" t="0"/>
          <a:stretch/>
        </p:blipFill>
        <p:spPr>
          <a:xfrm>
            <a:off x="8271325" y="179125"/>
            <a:ext cx="751575" cy="734850"/>
          </a:xfrm>
          <a:prstGeom prst="rect">
            <a:avLst/>
          </a:prstGeom>
          <a:noFill/>
          <a:ln>
            <a:noFill/>
          </a:ln>
        </p:spPr>
      </p:pic>
      <p:pic>
        <p:nvPicPr>
          <p:cNvPr id="148" name="Google Shape;148;p13"/>
          <p:cNvPicPr preferRelativeResize="0"/>
          <p:nvPr/>
        </p:nvPicPr>
        <p:blipFill rotWithShape="1">
          <a:blip r:embed="rId4">
            <a:alphaModFix/>
          </a:blip>
          <a:srcRect b="0" l="0" r="0" t="0"/>
          <a:stretch/>
        </p:blipFill>
        <p:spPr>
          <a:xfrm>
            <a:off x="152400" y="1066375"/>
            <a:ext cx="8092575" cy="3924725"/>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 name="Shape 152"/>
        <p:cNvGrpSpPr/>
        <p:nvPr/>
      </p:nvGrpSpPr>
      <p:grpSpPr>
        <a:xfrm>
          <a:off x="0" y="0"/>
          <a:ext cx="0" cy="0"/>
          <a:chOff x="0" y="0"/>
          <a:chExt cx="0" cy="0"/>
        </a:xfrm>
      </p:grpSpPr>
      <p:sp>
        <p:nvSpPr>
          <p:cNvPr id="153" name="Google Shape;153;p14"/>
          <p:cNvSpPr txBox="1"/>
          <p:nvPr>
            <p:ph type="title"/>
          </p:nvPr>
        </p:nvSpPr>
        <p:spPr>
          <a:xfrm>
            <a:off x="243925" y="68300"/>
            <a:ext cx="8520600" cy="5727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2800"/>
              <a:buNone/>
            </a:pPr>
            <a:r>
              <a:rPr b="1" lang="es-419" sz="2000">
                <a:highlight>
                  <a:srgbClr val="FFFFFF"/>
                </a:highlight>
                <a:latin typeface="Times New Roman"/>
                <a:ea typeface="Times New Roman"/>
                <a:cs typeface="Times New Roman"/>
                <a:sym typeface="Times New Roman"/>
              </a:rPr>
              <a:t>9. BPMN </a:t>
            </a:r>
            <a:endParaRPr b="1" sz="2000">
              <a:latin typeface="Times New Roman"/>
              <a:ea typeface="Times New Roman"/>
              <a:cs typeface="Times New Roman"/>
              <a:sym typeface="Times New Roman"/>
            </a:endParaRPr>
          </a:p>
        </p:txBody>
      </p:sp>
      <p:pic>
        <p:nvPicPr>
          <p:cNvPr id="154" name="Google Shape;154;p14"/>
          <p:cNvPicPr preferRelativeResize="0"/>
          <p:nvPr/>
        </p:nvPicPr>
        <p:blipFill rotWithShape="1">
          <a:blip r:embed="rId3">
            <a:alphaModFix/>
          </a:blip>
          <a:srcRect b="0" l="0" r="0" t="0"/>
          <a:stretch/>
        </p:blipFill>
        <p:spPr>
          <a:xfrm>
            <a:off x="8271325" y="179125"/>
            <a:ext cx="751575" cy="734850"/>
          </a:xfrm>
          <a:prstGeom prst="rect">
            <a:avLst/>
          </a:prstGeom>
          <a:noFill/>
          <a:ln>
            <a:noFill/>
          </a:ln>
        </p:spPr>
      </p:pic>
      <p:pic>
        <p:nvPicPr>
          <p:cNvPr id="155" name="Google Shape;155;p14"/>
          <p:cNvPicPr preferRelativeResize="0"/>
          <p:nvPr/>
        </p:nvPicPr>
        <p:blipFill rotWithShape="1">
          <a:blip r:embed="rId4">
            <a:alphaModFix/>
          </a:blip>
          <a:srcRect b="0" l="0" r="0" t="0"/>
          <a:stretch/>
        </p:blipFill>
        <p:spPr>
          <a:xfrm>
            <a:off x="870100" y="969200"/>
            <a:ext cx="6848475" cy="3438525"/>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9" name="Shape 159"/>
        <p:cNvGrpSpPr/>
        <p:nvPr/>
      </p:nvGrpSpPr>
      <p:grpSpPr>
        <a:xfrm>
          <a:off x="0" y="0"/>
          <a:ext cx="0" cy="0"/>
          <a:chOff x="0" y="0"/>
          <a:chExt cx="0" cy="0"/>
        </a:xfrm>
      </p:grpSpPr>
      <p:sp>
        <p:nvSpPr>
          <p:cNvPr id="160" name="Google Shape;160;p15"/>
          <p:cNvSpPr txBox="1"/>
          <p:nvPr>
            <p:ph type="title"/>
          </p:nvPr>
        </p:nvSpPr>
        <p:spPr>
          <a:xfrm>
            <a:off x="241100" y="207125"/>
            <a:ext cx="8520600" cy="572700"/>
          </a:xfrm>
          <a:prstGeom prst="rect">
            <a:avLst/>
          </a:prstGeom>
          <a:noFill/>
          <a:ln>
            <a:noFill/>
          </a:ln>
        </p:spPr>
        <p:txBody>
          <a:bodyPr anchorCtr="0" anchor="t" bIns="91425" lIns="91425" spcFirstLastPara="1" rIns="91425" wrap="square" tIns="91425">
            <a:normAutofit/>
          </a:bodyPr>
          <a:lstStyle/>
          <a:p>
            <a:pPr indent="0" lvl="0" marL="0" rtl="0" algn="ctr">
              <a:lnSpc>
                <a:spcPct val="100000"/>
              </a:lnSpc>
              <a:spcBef>
                <a:spcPts val="0"/>
              </a:spcBef>
              <a:spcAft>
                <a:spcPts val="0"/>
              </a:spcAft>
              <a:buSzPts val="990"/>
              <a:buNone/>
            </a:pPr>
            <a:r>
              <a:rPr b="1" lang="es-419" sz="2120">
                <a:latin typeface="Times New Roman"/>
                <a:ea typeface="Times New Roman"/>
                <a:cs typeface="Times New Roman"/>
                <a:sym typeface="Times New Roman"/>
              </a:rPr>
              <a:t>Requisitos de software</a:t>
            </a:r>
            <a:endParaRPr b="1" sz="2120">
              <a:latin typeface="Times New Roman"/>
              <a:ea typeface="Times New Roman"/>
              <a:cs typeface="Times New Roman"/>
              <a:sym typeface="Times New Roman"/>
            </a:endParaRPr>
          </a:p>
        </p:txBody>
      </p:sp>
      <p:sp>
        <p:nvSpPr>
          <p:cNvPr id="161" name="Google Shape;161;p15"/>
          <p:cNvSpPr txBox="1"/>
          <p:nvPr>
            <p:ph idx="1" type="body"/>
          </p:nvPr>
        </p:nvSpPr>
        <p:spPr>
          <a:xfrm>
            <a:off x="64400" y="1281825"/>
            <a:ext cx="4725000" cy="3229200"/>
          </a:xfrm>
          <a:prstGeom prst="rect">
            <a:avLst/>
          </a:prstGeom>
          <a:noFill/>
          <a:ln>
            <a:noFill/>
          </a:ln>
        </p:spPr>
        <p:txBody>
          <a:bodyPr anchorCtr="0" anchor="t" bIns="91425" lIns="91425" spcFirstLastPara="1" rIns="91425" wrap="square" tIns="91425">
            <a:noAutofit/>
          </a:bodyPr>
          <a:lstStyle/>
          <a:p>
            <a:pPr indent="-311150" lvl="0" marL="457200" rtl="0" algn="l">
              <a:lnSpc>
                <a:spcPct val="115000"/>
              </a:lnSpc>
              <a:spcBef>
                <a:spcPts val="1200"/>
              </a:spcBef>
              <a:spcAft>
                <a:spcPts val="0"/>
              </a:spcAft>
              <a:buClr>
                <a:schemeClr val="dk1"/>
              </a:buClr>
              <a:buSzPts val="1300"/>
              <a:buFont typeface="Times New Roman"/>
              <a:buAutoNum type="arabicPeriod"/>
            </a:pPr>
            <a:r>
              <a:rPr lang="es-419" sz="900">
                <a:solidFill>
                  <a:schemeClr val="dk1"/>
                </a:solidFill>
              </a:rPr>
              <a:t>Registro de usuario</a:t>
            </a:r>
            <a:endParaRPr sz="900">
              <a:solidFill>
                <a:schemeClr val="dk1"/>
              </a:solidFill>
            </a:endParaRPr>
          </a:p>
          <a:p>
            <a:pPr indent="-311150" lvl="0" marL="457200" rtl="0" algn="l">
              <a:lnSpc>
                <a:spcPct val="115000"/>
              </a:lnSpc>
              <a:spcBef>
                <a:spcPts val="0"/>
              </a:spcBef>
              <a:spcAft>
                <a:spcPts val="0"/>
              </a:spcAft>
              <a:buClr>
                <a:schemeClr val="dk1"/>
              </a:buClr>
              <a:buSzPts val="1300"/>
              <a:buFont typeface="Times New Roman"/>
              <a:buAutoNum type="arabicPeriod"/>
            </a:pPr>
            <a:r>
              <a:rPr lang="es-419" sz="900">
                <a:solidFill>
                  <a:schemeClr val="dk1"/>
                </a:solidFill>
              </a:rPr>
              <a:t>Inicio de sesión</a:t>
            </a:r>
            <a:endParaRPr sz="900">
              <a:solidFill>
                <a:schemeClr val="dk1"/>
              </a:solidFill>
            </a:endParaRPr>
          </a:p>
          <a:p>
            <a:pPr indent="-311150" lvl="0" marL="457200" rtl="0" algn="l">
              <a:lnSpc>
                <a:spcPct val="115000"/>
              </a:lnSpc>
              <a:spcBef>
                <a:spcPts val="0"/>
              </a:spcBef>
              <a:spcAft>
                <a:spcPts val="0"/>
              </a:spcAft>
              <a:buClr>
                <a:schemeClr val="dk1"/>
              </a:buClr>
              <a:buSzPts val="1300"/>
              <a:buFont typeface="Times New Roman"/>
              <a:buAutoNum type="arabicPeriod"/>
            </a:pPr>
            <a:r>
              <a:rPr lang="es-419" sz="900">
                <a:solidFill>
                  <a:schemeClr val="dk1"/>
                </a:solidFill>
              </a:rPr>
              <a:t>Recuperación de contraseña</a:t>
            </a:r>
            <a:endParaRPr sz="900">
              <a:solidFill>
                <a:schemeClr val="dk1"/>
              </a:solidFill>
            </a:endParaRPr>
          </a:p>
          <a:p>
            <a:pPr indent="-311150" lvl="0" marL="457200" rtl="0" algn="l">
              <a:lnSpc>
                <a:spcPct val="115000"/>
              </a:lnSpc>
              <a:spcBef>
                <a:spcPts val="0"/>
              </a:spcBef>
              <a:spcAft>
                <a:spcPts val="0"/>
              </a:spcAft>
              <a:buClr>
                <a:schemeClr val="dk1"/>
              </a:buClr>
              <a:buSzPts val="1300"/>
              <a:buFont typeface="Times New Roman"/>
              <a:buAutoNum type="arabicPeriod"/>
            </a:pPr>
            <a:r>
              <a:rPr lang="es-419" sz="900">
                <a:solidFill>
                  <a:schemeClr val="dk1"/>
                </a:solidFill>
              </a:rPr>
              <a:t>Gestión de roles y permisos</a:t>
            </a:r>
            <a:endParaRPr sz="900">
              <a:solidFill>
                <a:schemeClr val="dk1"/>
              </a:solidFill>
            </a:endParaRPr>
          </a:p>
          <a:p>
            <a:pPr indent="-311150" lvl="0" marL="457200" rtl="0" algn="l">
              <a:lnSpc>
                <a:spcPct val="115000"/>
              </a:lnSpc>
              <a:spcBef>
                <a:spcPts val="0"/>
              </a:spcBef>
              <a:spcAft>
                <a:spcPts val="0"/>
              </a:spcAft>
              <a:buClr>
                <a:schemeClr val="dk1"/>
              </a:buClr>
              <a:buSzPts val="1300"/>
              <a:buFont typeface="Times New Roman"/>
              <a:buAutoNum type="arabicPeriod"/>
            </a:pPr>
            <a:r>
              <a:rPr lang="es-419" sz="900">
                <a:solidFill>
                  <a:schemeClr val="dk1"/>
                </a:solidFill>
              </a:rPr>
              <a:t>Gestión de productos</a:t>
            </a:r>
            <a:endParaRPr sz="900">
              <a:solidFill>
                <a:schemeClr val="dk1"/>
              </a:solidFill>
            </a:endParaRPr>
          </a:p>
          <a:p>
            <a:pPr indent="-311150" lvl="0" marL="457200" rtl="0" algn="l">
              <a:lnSpc>
                <a:spcPct val="115000"/>
              </a:lnSpc>
              <a:spcBef>
                <a:spcPts val="0"/>
              </a:spcBef>
              <a:spcAft>
                <a:spcPts val="0"/>
              </a:spcAft>
              <a:buClr>
                <a:schemeClr val="dk1"/>
              </a:buClr>
              <a:buSzPts val="1300"/>
              <a:buFont typeface="Times New Roman"/>
              <a:buAutoNum type="arabicPeriod"/>
            </a:pPr>
            <a:r>
              <a:rPr lang="es-419" sz="900">
                <a:solidFill>
                  <a:schemeClr val="dk1"/>
                </a:solidFill>
              </a:rPr>
              <a:t>Cómo ingresar productos</a:t>
            </a:r>
            <a:endParaRPr sz="900">
              <a:solidFill>
                <a:schemeClr val="dk1"/>
              </a:solidFill>
            </a:endParaRPr>
          </a:p>
          <a:p>
            <a:pPr indent="-311150" lvl="0" marL="457200" rtl="0" algn="l">
              <a:lnSpc>
                <a:spcPct val="115000"/>
              </a:lnSpc>
              <a:spcBef>
                <a:spcPts val="0"/>
              </a:spcBef>
              <a:spcAft>
                <a:spcPts val="0"/>
              </a:spcAft>
              <a:buClr>
                <a:schemeClr val="dk1"/>
              </a:buClr>
              <a:buSzPts val="1300"/>
              <a:buFont typeface="Times New Roman"/>
              <a:buAutoNum type="arabicPeriod"/>
            </a:pPr>
            <a:r>
              <a:rPr lang="es-419" sz="900">
                <a:solidFill>
                  <a:schemeClr val="dk1"/>
                </a:solidFill>
              </a:rPr>
              <a:t>Gestión de ventas</a:t>
            </a:r>
            <a:endParaRPr sz="900">
              <a:solidFill>
                <a:schemeClr val="dk1"/>
              </a:solidFill>
            </a:endParaRPr>
          </a:p>
          <a:p>
            <a:pPr indent="-311150" lvl="0" marL="457200" rtl="0" algn="l">
              <a:lnSpc>
                <a:spcPct val="115000"/>
              </a:lnSpc>
              <a:spcBef>
                <a:spcPts val="0"/>
              </a:spcBef>
              <a:spcAft>
                <a:spcPts val="0"/>
              </a:spcAft>
              <a:buClr>
                <a:schemeClr val="dk1"/>
              </a:buClr>
              <a:buSzPts val="1300"/>
              <a:buFont typeface="Times New Roman"/>
              <a:buAutoNum type="arabicPeriod"/>
            </a:pPr>
            <a:r>
              <a:rPr lang="es-419" sz="900">
                <a:solidFill>
                  <a:schemeClr val="dk1"/>
                </a:solidFill>
              </a:rPr>
              <a:t>Generación de cotización</a:t>
            </a:r>
            <a:endParaRPr sz="900">
              <a:solidFill>
                <a:schemeClr val="dk1"/>
              </a:solidFill>
            </a:endParaRPr>
          </a:p>
          <a:p>
            <a:pPr indent="-311150" lvl="0" marL="457200" rtl="0" algn="l">
              <a:lnSpc>
                <a:spcPct val="115000"/>
              </a:lnSpc>
              <a:spcBef>
                <a:spcPts val="0"/>
              </a:spcBef>
              <a:spcAft>
                <a:spcPts val="0"/>
              </a:spcAft>
              <a:buClr>
                <a:schemeClr val="dk1"/>
              </a:buClr>
              <a:buSzPts val="1300"/>
              <a:buFont typeface="Times New Roman"/>
              <a:buAutoNum type="arabicPeriod"/>
            </a:pPr>
            <a:r>
              <a:rPr lang="es-419" sz="900">
                <a:solidFill>
                  <a:schemeClr val="dk1"/>
                </a:solidFill>
              </a:rPr>
              <a:t>Seguimiento de pedidos</a:t>
            </a:r>
            <a:endParaRPr sz="900">
              <a:solidFill>
                <a:schemeClr val="dk1"/>
              </a:solidFill>
            </a:endParaRPr>
          </a:p>
          <a:p>
            <a:pPr indent="-311150" lvl="0" marL="457200" rtl="0" algn="l">
              <a:lnSpc>
                <a:spcPct val="115000"/>
              </a:lnSpc>
              <a:spcBef>
                <a:spcPts val="0"/>
              </a:spcBef>
              <a:spcAft>
                <a:spcPts val="0"/>
              </a:spcAft>
              <a:buClr>
                <a:schemeClr val="dk1"/>
              </a:buClr>
              <a:buSzPts val="1300"/>
              <a:buFont typeface="Times New Roman"/>
              <a:buAutoNum type="arabicPeriod"/>
            </a:pPr>
            <a:r>
              <a:rPr lang="es-419" sz="900">
                <a:solidFill>
                  <a:schemeClr val="dk1"/>
                </a:solidFill>
              </a:rPr>
              <a:t>Edición y actualización de pedidos</a:t>
            </a:r>
            <a:endParaRPr sz="900">
              <a:solidFill>
                <a:schemeClr val="dk1"/>
              </a:solidFill>
            </a:endParaRPr>
          </a:p>
          <a:p>
            <a:pPr indent="-311150" lvl="0" marL="457200" rtl="0" algn="l">
              <a:lnSpc>
                <a:spcPct val="115000"/>
              </a:lnSpc>
              <a:spcBef>
                <a:spcPts val="0"/>
              </a:spcBef>
              <a:spcAft>
                <a:spcPts val="0"/>
              </a:spcAft>
              <a:buClr>
                <a:schemeClr val="dk1"/>
              </a:buClr>
              <a:buSzPts val="1300"/>
              <a:buFont typeface="Times New Roman"/>
              <a:buAutoNum type="arabicPeriod"/>
            </a:pPr>
            <a:r>
              <a:rPr lang="es-419" sz="900">
                <a:solidFill>
                  <a:schemeClr val="dk1"/>
                </a:solidFill>
              </a:rPr>
              <a:t>Historial de ventas por cliente</a:t>
            </a:r>
            <a:endParaRPr sz="900">
              <a:solidFill>
                <a:schemeClr val="dk1"/>
              </a:solidFill>
            </a:endParaRPr>
          </a:p>
          <a:p>
            <a:pPr indent="-311150" lvl="0" marL="457200" rtl="0" algn="l">
              <a:lnSpc>
                <a:spcPct val="115000"/>
              </a:lnSpc>
              <a:spcBef>
                <a:spcPts val="0"/>
              </a:spcBef>
              <a:spcAft>
                <a:spcPts val="0"/>
              </a:spcAft>
              <a:buClr>
                <a:schemeClr val="dk1"/>
              </a:buClr>
              <a:buSzPts val="1300"/>
              <a:buFont typeface="Times New Roman"/>
              <a:buAutoNum type="arabicPeriod"/>
            </a:pPr>
            <a:r>
              <a:rPr lang="es-419" sz="900">
                <a:solidFill>
                  <a:schemeClr val="dk1"/>
                </a:solidFill>
              </a:rPr>
              <a:t>Registro de devoluciones o cancelaciones</a:t>
            </a:r>
            <a:endParaRPr sz="900">
              <a:solidFill>
                <a:schemeClr val="dk1"/>
              </a:solidFill>
            </a:endParaRPr>
          </a:p>
          <a:p>
            <a:pPr indent="-311150" lvl="0" marL="457200" rtl="0" algn="l">
              <a:lnSpc>
                <a:spcPct val="115000"/>
              </a:lnSpc>
              <a:spcBef>
                <a:spcPts val="0"/>
              </a:spcBef>
              <a:spcAft>
                <a:spcPts val="0"/>
              </a:spcAft>
              <a:buClr>
                <a:schemeClr val="dk1"/>
              </a:buClr>
              <a:buSzPts val="1300"/>
              <a:buFont typeface="Times New Roman"/>
              <a:buAutoNum type="arabicPeriod"/>
            </a:pPr>
            <a:r>
              <a:rPr lang="es-419" sz="900">
                <a:solidFill>
                  <a:schemeClr val="dk1"/>
                </a:solidFill>
              </a:rPr>
              <a:t>Notificaciones de pedidos</a:t>
            </a:r>
            <a:endParaRPr sz="900">
              <a:solidFill>
                <a:schemeClr val="dk1"/>
              </a:solidFill>
            </a:endParaRPr>
          </a:p>
          <a:p>
            <a:pPr indent="-311150" lvl="0" marL="457200" rtl="0" algn="l">
              <a:lnSpc>
                <a:spcPct val="115000"/>
              </a:lnSpc>
              <a:spcBef>
                <a:spcPts val="0"/>
              </a:spcBef>
              <a:spcAft>
                <a:spcPts val="0"/>
              </a:spcAft>
              <a:buClr>
                <a:schemeClr val="dk1"/>
              </a:buClr>
              <a:buSzPts val="1300"/>
              <a:buFont typeface="Times New Roman"/>
              <a:buAutoNum type="arabicPeriod"/>
            </a:pPr>
            <a:r>
              <a:rPr lang="es-419" sz="900">
                <a:solidFill>
                  <a:schemeClr val="dk1"/>
                </a:solidFill>
              </a:rPr>
              <a:t>Búsqueda avanzada de ventas</a:t>
            </a:r>
            <a:endParaRPr sz="900">
              <a:solidFill>
                <a:schemeClr val="dk1"/>
              </a:solidFill>
            </a:endParaRPr>
          </a:p>
          <a:p>
            <a:pPr indent="-311150" lvl="0" marL="457200" rtl="0" algn="l">
              <a:lnSpc>
                <a:spcPct val="115000"/>
              </a:lnSpc>
              <a:spcBef>
                <a:spcPts val="0"/>
              </a:spcBef>
              <a:spcAft>
                <a:spcPts val="0"/>
              </a:spcAft>
              <a:buClr>
                <a:schemeClr val="dk1"/>
              </a:buClr>
              <a:buSzPts val="1300"/>
              <a:buFont typeface="Times New Roman"/>
              <a:buAutoNum type="arabicPeriod"/>
            </a:pPr>
            <a:r>
              <a:rPr lang="es-419" sz="900">
                <a:solidFill>
                  <a:schemeClr val="dk1"/>
                </a:solidFill>
              </a:rPr>
              <a:t>Generación de reportes</a:t>
            </a:r>
            <a:endParaRPr sz="900">
              <a:solidFill>
                <a:schemeClr val="dk1"/>
              </a:solidFill>
            </a:endParaRPr>
          </a:p>
          <a:p>
            <a:pPr indent="-311150" lvl="0" marL="457200" rtl="0" algn="l">
              <a:lnSpc>
                <a:spcPct val="115000"/>
              </a:lnSpc>
              <a:spcBef>
                <a:spcPts val="0"/>
              </a:spcBef>
              <a:spcAft>
                <a:spcPts val="0"/>
              </a:spcAft>
              <a:buClr>
                <a:schemeClr val="dk1"/>
              </a:buClr>
              <a:buSzPts val="1300"/>
              <a:buFont typeface="Times New Roman"/>
              <a:buAutoNum type="arabicPeriod"/>
            </a:pPr>
            <a:r>
              <a:rPr lang="es-419" sz="900">
                <a:solidFill>
                  <a:schemeClr val="dk1"/>
                </a:solidFill>
              </a:rPr>
              <a:t>Cierre de sesión</a:t>
            </a:r>
            <a:endParaRPr sz="1300">
              <a:solidFill>
                <a:schemeClr val="dk1"/>
              </a:solidFill>
              <a:latin typeface="Times New Roman"/>
              <a:ea typeface="Times New Roman"/>
              <a:cs typeface="Times New Roman"/>
              <a:sym typeface="Times New Roman"/>
            </a:endParaRPr>
          </a:p>
          <a:p>
            <a:pPr indent="0" lvl="0" marL="0" rtl="0" algn="l">
              <a:lnSpc>
                <a:spcPct val="115000"/>
              </a:lnSpc>
              <a:spcBef>
                <a:spcPts val="1200"/>
              </a:spcBef>
              <a:spcAft>
                <a:spcPts val="1200"/>
              </a:spcAft>
              <a:buSzPts val="1800"/>
              <a:buNone/>
            </a:pPr>
            <a:r>
              <a:t/>
            </a:r>
            <a:endParaRPr sz="1100">
              <a:latin typeface="Times New Roman"/>
              <a:ea typeface="Times New Roman"/>
              <a:cs typeface="Times New Roman"/>
              <a:sym typeface="Times New Roman"/>
            </a:endParaRPr>
          </a:p>
        </p:txBody>
      </p:sp>
      <p:sp>
        <p:nvSpPr>
          <p:cNvPr id="162" name="Google Shape;162;p15"/>
          <p:cNvSpPr txBox="1"/>
          <p:nvPr/>
        </p:nvSpPr>
        <p:spPr>
          <a:xfrm>
            <a:off x="64400" y="860313"/>
            <a:ext cx="3645900" cy="461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rPr b="1" i="0" lang="es-419" sz="1800" u="none" cap="none" strike="noStrike">
                <a:solidFill>
                  <a:schemeClr val="dk1"/>
                </a:solidFill>
                <a:latin typeface="Times New Roman"/>
                <a:ea typeface="Times New Roman"/>
                <a:cs typeface="Times New Roman"/>
                <a:sym typeface="Times New Roman"/>
              </a:rPr>
              <a:t>Requisitos funcionales</a:t>
            </a:r>
            <a:endParaRPr b="1" i="0" sz="1800" u="none" cap="none" strike="noStrike">
              <a:solidFill>
                <a:schemeClr val="dk1"/>
              </a:solidFill>
              <a:latin typeface="Times New Roman"/>
              <a:ea typeface="Times New Roman"/>
              <a:cs typeface="Times New Roman"/>
              <a:sym typeface="Times New Roman"/>
            </a:endParaRPr>
          </a:p>
        </p:txBody>
      </p:sp>
      <p:sp>
        <p:nvSpPr>
          <p:cNvPr id="163" name="Google Shape;163;p15"/>
          <p:cNvSpPr txBox="1"/>
          <p:nvPr>
            <p:ph idx="1" type="body"/>
          </p:nvPr>
        </p:nvSpPr>
        <p:spPr>
          <a:xfrm>
            <a:off x="5697300" y="1247375"/>
            <a:ext cx="3762600" cy="3229200"/>
          </a:xfrm>
          <a:prstGeom prst="rect">
            <a:avLst/>
          </a:prstGeom>
          <a:noFill/>
          <a:ln>
            <a:noFill/>
          </a:ln>
        </p:spPr>
        <p:txBody>
          <a:bodyPr anchorCtr="0" anchor="t" bIns="91425" lIns="91425" spcFirstLastPara="1" rIns="91425" wrap="square" tIns="91425">
            <a:noAutofit/>
          </a:bodyPr>
          <a:lstStyle/>
          <a:p>
            <a:pPr indent="-298450" lvl="0" marL="457200" rtl="0" algn="l">
              <a:lnSpc>
                <a:spcPct val="115000"/>
              </a:lnSpc>
              <a:spcBef>
                <a:spcPts val="0"/>
              </a:spcBef>
              <a:spcAft>
                <a:spcPts val="0"/>
              </a:spcAft>
              <a:buClr>
                <a:schemeClr val="dk1"/>
              </a:buClr>
              <a:buSzPts val="1100"/>
              <a:buFont typeface="Times New Roman"/>
              <a:buAutoNum type="arabicPeriod"/>
            </a:pPr>
            <a:r>
              <a:rPr lang="es-419" sz="1100">
                <a:solidFill>
                  <a:schemeClr val="dk1"/>
                </a:solidFill>
                <a:latin typeface="Times New Roman"/>
                <a:ea typeface="Times New Roman"/>
                <a:cs typeface="Times New Roman"/>
                <a:sym typeface="Times New Roman"/>
              </a:rPr>
              <a:t>Disponibilidad</a:t>
            </a:r>
            <a:endParaRPr sz="1100">
              <a:solidFill>
                <a:schemeClr val="dk1"/>
              </a:solidFill>
              <a:latin typeface="Times New Roman"/>
              <a:ea typeface="Times New Roman"/>
              <a:cs typeface="Times New Roman"/>
              <a:sym typeface="Times New Roman"/>
            </a:endParaRPr>
          </a:p>
          <a:p>
            <a:pPr indent="-298450" lvl="0" marL="457200" rtl="0" algn="l">
              <a:lnSpc>
                <a:spcPct val="115000"/>
              </a:lnSpc>
              <a:spcBef>
                <a:spcPts val="0"/>
              </a:spcBef>
              <a:spcAft>
                <a:spcPts val="0"/>
              </a:spcAft>
              <a:buClr>
                <a:schemeClr val="dk1"/>
              </a:buClr>
              <a:buSzPts val="1100"/>
              <a:buFont typeface="Times New Roman"/>
              <a:buAutoNum type="arabicPeriod"/>
            </a:pPr>
            <a:r>
              <a:rPr lang="es-419" sz="1100">
                <a:solidFill>
                  <a:schemeClr val="dk1"/>
                </a:solidFill>
                <a:latin typeface="Times New Roman"/>
                <a:ea typeface="Times New Roman"/>
                <a:cs typeface="Times New Roman"/>
                <a:sym typeface="Times New Roman"/>
              </a:rPr>
              <a:t>Rendimiento</a:t>
            </a:r>
            <a:endParaRPr sz="1100">
              <a:solidFill>
                <a:schemeClr val="dk1"/>
              </a:solidFill>
              <a:latin typeface="Times New Roman"/>
              <a:ea typeface="Times New Roman"/>
              <a:cs typeface="Times New Roman"/>
              <a:sym typeface="Times New Roman"/>
            </a:endParaRPr>
          </a:p>
          <a:p>
            <a:pPr indent="-298450" lvl="0" marL="457200" rtl="0" algn="l">
              <a:lnSpc>
                <a:spcPct val="115000"/>
              </a:lnSpc>
              <a:spcBef>
                <a:spcPts val="0"/>
              </a:spcBef>
              <a:spcAft>
                <a:spcPts val="0"/>
              </a:spcAft>
              <a:buClr>
                <a:schemeClr val="dk1"/>
              </a:buClr>
              <a:buSzPts val="1100"/>
              <a:buFont typeface="Times New Roman"/>
              <a:buAutoNum type="arabicPeriod"/>
            </a:pPr>
            <a:r>
              <a:rPr lang="es-419" sz="1100">
                <a:solidFill>
                  <a:schemeClr val="dk1"/>
                </a:solidFill>
                <a:latin typeface="Times New Roman"/>
                <a:ea typeface="Times New Roman"/>
                <a:cs typeface="Times New Roman"/>
                <a:sym typeface="Times New Roman"/>
              </a:rPr>
              <a:t>Seguridad</a:t>
            </a:r>
            <a:endParaRPr sz="1100">
              <a:solidFill>
                <a:schemeClr val="dk1"/>
              </a:solidFill>
              <a:latin typeface="Times New Roman"/>
              <a:ea typeface="Times New Roman"/>
              <a:cs typeface="Times New Roman"/>
              <a:sym typeface="Times New Roman"/>
            </a:endParaRPr>
          </a:p>
          <a:p>
            <a:pPr indent="-298450" lvl="0" marL="457200" rtl="0" algn="l">
              <a:lnSpc>
                <a:spcPct val="115000"/>
              </a:lnSpc>
              <a:spcBef>
                <a:spcPts val="0"/>
              </a:spcBef>
              <a:spcAft>
                <a:spcPts val="0"/>
              </a:spcAft>
              <a:buClr>
                <a:schemeClr val="dk1"/>
              </a:buClr>
              <a:buSzPts val="1100"/>
              <a:buFont typeface="Times New Roman"/>
              <a:buAutoNum type="arabicPeriod"/>
            </a:pPr>
            <a:r>
              <a:rPr lang="es-419" sz="1100">
                <a:solidFill>
                  <a:schemeClr val="dk1"/>
                </a:solidFill>
                <a:latin typeface="Times New Roman"/>
                <a:ea typeface="Times New Roman"/>
                <a:cs typeface="Times New Roman"/>
                <a:sym typeface="Times New Roman"/>
              </a:rPr>
              <a:t>Escalabilidad</a:t>
            </a:r>
            <a:endParaRPr sz="1100">
              <a:solidFill>
                <a:schemeClr val="dk1"/>
              </a:solidFill>
              <a:latin typeface="Times New Roman"/>
              <a:ea typeface="Times New Roman"/>
              <a:cs typeface="Times New Roman"/>
              <a:sym typeface="Times New Roman"/>
            </a:endParaRPr>
          </a:p>
          <a:p>
            <a:pPr indent="-298450" lvl="0" marL="457200" rtl="0" algn="l">
              <a:lnSpc>
                <a:spcPct val="115000"/>
              </a:lnSpc>
              <a:spcBef>
                <a:spcPts val="0"/>
              </a:spcBef>
              <a:spcAft>
                <a:spcPts val="0"/>
              </a:spcAft>
              <a:buClr>
                <a:schemeClr val="dk1"/>
              </a:buClr>
              <a:buSzPts val="1100"/>
              <a:buFont typeface="Times New Roman"/>
              <a:buAutoNum type="arabicPeriod"/>
            </a:pPr>
            <a:r>
              <a:rPr lang="es-419" sz="1100">
                <a:solidFill>
                  <a:schemeClr val="dk1"/>
                </a:solidFill>
                <a:latin typeface="Times New Roman"/>
                <a:ea typeface="Times New Roman"/>
                <a:cs typeface="Times New Roman"/>
                <a:sym typeface="Times New Roman"/>
              </a:rPr>
              <a:t>Compatibilidad</a:t>
            </a:r>
            <a:endParaRPr sz="1100">
              <a:solidFill>
                <a:schemeClr val="dk1"/>
              </a:solidFill>
              <a:latin typeface="Times New Roman"/>
              <a:ea typeface="Times New Roman"/>
              <a:cs typeface="Times New Roman"/>
              <a:sym typeface="Times New Roman"/>
            </a:endParaRPr>
          </a:p>
          <a:p>
            <a:pPr indent="-298450" lvl="0" marL="457200" rtl="0" algn="l">
              <a:lnSpc>
                <a:spcPct val="115000"/>
              </a:lnSpc>
              <a:spcBef>
                <a:spcPts val="0"/>
              </a:spcBef>
              <a:spcAft>
                <a:spcPts val="0"/>
              </a:spcAft>
              <a:buClr>
                <a:schemeClr val="dk1"/>
              </a:buClr>
              <a:buSzPts val="1100"/>
              <a:buFont typeface="Times New Roman"/>
              <a:buAutoNum type="arabicPeriod"/>
            </a:pPr>
            <a:r>
              <a:rPr lang="es-419" sz="1100">
                <a:solidFill>
                  <a:schemeClr val="dk1"/>
                </a:solidFill>
                <a:latin typeface="Times New Roman"/>
                <a:ea typeface="Times New Roman"/>
                <a:cs typeface="Times New Roman"/>
                <a:sym typeface="Times New Roman"/>
              </a:rPr>
              <a:t>Usabilidad</a:t>
            </a:r>
            <a:endParaRPr sz="1100">
              <a:solidFill>
                <a:schemeClr val="dk1"/>
              </a:solidFill>
              <a:latin typeface="Times New Roman"/>
              <a:ea typeface="Times New Roman"/>
              <a:cs typeface="Times New Roman"/>
              <a:sym typeface="Times New Roman"/>
            </a:endParaRPr>
          </a:p>
          <a:p>
            <a:pPr indent="-298450" lvl="0" marL="457200" rtl="0" algn="l">
              <a:lnSpc>
                <a:spcPct val="115000"/>
              </a:lnSpc>
              <a:spcBef>
                <a:spcPts val="0"/>
              </a:spcBef>
              <a:spcAft>
                <a:spcPts val="0"/>
              </a:spcAft>
              <a:buClr>
                <a:schemeClr val="dk1"/>
              </a:buClr>
              <a:buSzPts val="1100"/>
              <a:buFont typeface="Times New Roman"/>
              <a:buAutoNum type="arabicPeriod"/>
            </a:pPr>
            <a:r>
              <a:rPr lang="es-419" sz="1100">
                <a:solidFill>
                  <a:schemeClr val="dk1"/>
                </a:solidFill>
                <a:latin typeface="Times New Roman"/>
                <a:ea typeface="Times New Roman"/>
                <a:cs typeface="Times New Roman"/>
                <a:sym typeface="Times New Roman"/>
              </a:rPr>
              <a:t>Mantenibilidad</a:t>
            </a:r>
            <a:endParaRPr sz="1100">
              <a:solidFill>
                <a:schemeClr val="dk1"/>
              </a:solidFill>
              <a:latin typeface="Times New Roman"/>
              <a:ea typeface="Times New Roman"/>
              <a:cs typeface="Times New Roman"/>
              <a:sym typeface="Times New Roman"/>
            </a:endParaRPr>
          </a:p>
          <a:p>
            <a:pPr indent="-298450" lvl="0" marL="457200" rtl="0" algn="l">
              <a:lnSpc>
                <a:spcPct val="115000"/>
              </a:lnSpc>
              <a:spcBef>
                <a:spcPts val="0"/>
              </a:spcBef>
              <a:spcAft>
                <a:spcPts val="0"/>
              </a:spcAft>
              <a:buClr>
                <a:schemeClr val="dk1"/>
              </a:buClr>
              <a:buSzPts val="1100"/>
              <a:buFont typeface="Times New Roman"/>
              <a:buAutoNum type="arabicPeriod"/>
            </a:pPr>
            <a:r>
              <a:rPr lang="es-419" sz="1100">
                <a:solidFill>
                  <a:schemeClr val="dk1"/>
                </a:solidFill>
                <a:latin typeface="Times New Roman"/>
                <a:ea typeface="Times New Roman"/>
                <a:cs typeface="Times New Roman"/>
                <a:sym typeface="Times New Roman"/>
              </a:rPr>
              <a:t>Respaldo de información</a:t>
            </a:r>
            <a:endParaRPr sz="1100">
              <a:solidFill>
                <a:schemeClr val="dk1"/>
              </a:solidFill>
              <a:latin typeface="Times New Roman"/>
              <a:ea typeface="Times New Roman"/>
              <a:cs typeface="Times New Roman"/>
              <a:sym typeface="Times New Roman"/>
            </a:endParaRPr>
          </a:p>
          <a:p>
            <a:pPr indent="-298450" lvl="0" marL="457200" rtl="0" algn="l">
              <a:lnSpc>
                <a:spcPct val="115000"/>
              </a:lnSpc>
              <a:spcBef>
                <a:spcPts val="0"/>
              </a:spcBef>
              <a:spcAft>
                <a:spcPts val="0"/>
              </a:spcAft>
              <a:buClr>
                <a:schemeClr val="dk1"/>
              </a:buClr>
              <a:buSzPts val="1100"/>
              <a:buFont typeface="Times New Roman"/>
              <a:buAutoNum type="arabicPeriod"/>
            </a:pPr>
            <a:r>
              <a:rPr lang="es-419" sz="1100">
                <a:solidFill>
                  <a:schemeClr val="dk1"/>
                </a:solidFill>
                <a:latin typeface="Times New Roman"/>
                <a:ea typeface="Times New Roman"/>
                <a:cs typeface="Times New Roman"/>
                <a:sym typeface="Times New Roman"/>
              </a:rPr>
              <a:t>confiabilidad</a:t>
            </a:r>
            <a:endParaRPr sz="1100">
              <a:solidFill>
                <a:schemeClr val="dk1"/>
              </a:solidFill>
              <a:latin typeface="Times New Roman"/>
              <a:ea typeface="Times New Roman"/>
              <a:cs typeface="Times New Roman"/>
              <a:sym typeface="Times New Roman"/>
            </a:endParaRPr>
          </a:p>
          <a:p>
            <a:pPr indent="-298450" lvl="0" marL="457200" rtl="0" algn="l">
              <a:lnSpc>
                <a:spcPct val="115000"/>
              </a:lnSpc>
              <a:spcBef>
                <a:spcPts val="0"/>
              </a:spcBef>
              <a:spcAft>
                <a:spcPts val="0"/>
              </a:spcAft>
              <a:buClr>
                <a:schemeClr val="dk1"/>
              </a:buClr>
              <a:buSzPts val="1100"/>
              <a:buFont typeface="Times New Roman"/>
              <a:buAutoNum type="arabicPeriod"/>
            </a:pPr>
            <a:r>
              <a:rPr lang="es-419" sz="1100">
                <a:solidFill>
                  <a:schemeClr val="dk1"/>
                </a:solidFill>
                <a:latin typeface="Times New Roman"/>
                <a:ea typeface="Times New Roman"/>
                <a:cs typeface="Times New Roman"/>
                <a:sym typeface="Times New Roman"/>
              </a:rPr>
              <a:t>Conformidad legal.</a:t>
            </a:r>
            <a:endParaRPr sz="1100">
              <a:solidFill>
                <a:schemeClr val="dk1"/>
              </a:solidFill>
              <a:latin typeface="Times New Roman"/>
              <a:ea typeface="Times New Roman"/>
              <a:cs typeface="Times New Roman"/>
              <a:sym typeface="Times New Roman"/>
            </a:endParaRPr>
          </a:p>
          <a:p>
            <a:pPr indent="0" lvl="0" marL="0" rtl="0" algn="l">
              <a:lnSpc>
                <a:spcPct val="115000"/>
              </a:lnSpc>
              <a:spcBef>
                <a:spcPts val="1200"/>
              </a:spcBef>
              <a:spcAft>
                <a:spcPts val="0"/>
              </a:spcAft>
              <a:buSzPts val="1800"/>
              <a:buNone/>
            </a:pPr>
            <a:r>
              <a:t/>
            </a:r>
            <a:endParaRPr b="1" sz="1100">
              <a:solidFill>
                <a:schemeClr val="dk1"/>
              </a:solidFill>
              <a:latin typeface="Times New Roman"/>
              <a:ea typeface="Times New Roman"/>
              <a:cs typeface="Times New Roman"/>
              <a:sym typeface="Times New Roman"/>
            </a:endParaRPr>
          </a:p>
          <a:p>
            <a:pPr indent="0" lvl="0" marL="0" rtl="0" algn="l">
              <a:lnSpc>
                <a:spcPct val="115000"/>
              </a:lnSpc>
              <a:spcBef>
                <a:spcPts val="1200"/>
              </a:spcBef>
              <a:spcAft>
                <a:spcPts val="1200"/>
              </a:spcAft>
              <a:buSzPts val="1800"/>
              <a:buNone/>
            </a:pPr>
            <a:r>
              <a:t/>
            </a:r>
            <a:endParaRPr sz="1100">
              <a:latin typeface="Times New Roman"/>
              <a:ea typeface="Times New Roman"/>
              <a:cs typeface="Times New Roman"/>
              <a:sym typeface="Times New Roman"/>
            </a:endParaRPr>
          </a:p>
        </p:txBody>
      </p:sp>
      <p:sp>
        <p:nvSpPr>
          <p:cNvPr id="164" name="Google Shape;164;p15"/>
          <p:cNvSpPr txBox="1"/>
          <p:nvPr/>
        </p:nvSpPr>
        <p:spPr>
          <a:xfrm>
            <a:off x="5697300" y="820125"/>
            <a:ext cx="3446700" cy="461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rPr b="1" i="0" lang="es-419" sz="1800" u="none" cap="none" strike="noStrike">
                <a:solidFill>
                  <a:schemeClr val="dk1"/>
                </a:solidFill>
                <a:latin typeface="Times New Roman"/>
                <a:ea typeface="Times New Roman"/>
                <a:cs typeface="Times New Roman"/>
                <a:sym typeface="Times New Roman"/>
              </a:rPr>
              <a:t>Requisitos no funcionales</a:t>
            </a:r>
            <a:endParaRPr b="1" i="0" sz="1800" u="none" cap="none" strike="noStrike">
              <a:solidFill>
                <a:schemeClr val="dk1"/>
              </a:solidFill>
              <a:latin typeface="Times New Roman"/>
              <a:ea typeface="Times New Roman"/>
              <a:cs typeface="Times New Roman"/>
              <a:sym typeface="Times New Roman"/>
            </a:endParaRPr>
          </a:p>
        </p:txBody>
      </p:sp>
      <p:pic>
        <p:nvPicPr>
          <p:cNvPr id="165" name="Google Shape;165;p15"/>
          <p:cNvPicPr preferRelativeResize="0"/>
          <p:nvPr/>
        </p:nvPicPr>
        <p:blipFill rotWithShape="1">
          <a:blip r:embed="rId3">
            <a:alphaModFix/>
          </a:blip>
          <a:srcRect b="0" l="0" r="0" t="0"/>
          <a:stretch/>
        </p:blipFill>
        <p:spPr>
          <a:xfrm>
            <a:off x="8329775" y="44975"/>
            <a:ext cx="751575" cy="734850"/>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9" name="Shape 169"/>
        <p:cNvGrpSpPr/>
        <p:nvPr/>
      </p:nvGrpSpPr>
      <p:grpSpPr>
        <a:xfrm>
          <a:off x="0" y="0"/>
          <a:ext cx="0" cy="0"/>
          <a:chOff x="0" y="0"/>
          <a:chExt cx="0" cy="0"/>
        </a:xfrm>
      </p:grpSpPr>
      <p:graphicFrame>
        <p:nvGraphicFramePr>
          <p:cNvPr id="170" name="Google Shape;170;p16"/>
          <p:cNvGraphicFramePr/>
          <p:nvPr/>
        </p:nvGraphicFramePr>
        <p:xfrm>
          <a:off x="1243900" y="414338"/>
          <a:ext cx="3000000" cy="3000000"/>
        </p:xfrm>
        <a:graphic>
          <a:graphicData uri="http://schemas.openxmlformats.org/drawingml/2006/table">
            <a:tbl>
              <a:tblPr>
                <a:noFill/>
                <a:tableStyleId>{99F3DE70-1715-4968-B29D-26007897703B}</a:tableStyleId>
              </a:tblPr>
              <a:tblGrid>
                <a:gridCol w="1257300"/>
                <a:gridCol w="5054600"/>
              </a:tblGrid>
              <a:tr h="647700">
                <a:tc>
                  <a:txBody>
                    <a:bodyPr/>
                    <a:lstStyle/>
                    <a:p>
                      <a:pPr indent="0" lvl="0" marL="0" marR="0" rtl="0" algn="l">
                        <a:lnSpc>
                          <a:spcPct val="100000"/>
                        </a:lnSpc>
                        <a:spcBef>
                          <a:spcPts val="0"/>
                        </a:spcBef>
                        <a:spcAft>
                          <a:spcPts val="0"/>
                        </a:spcAft>
                        <a:buClr>
                          <a:srgbClr val="000000"/>
                        </a:buClr>
                        <a:buSzPts val="1200"/>
                        <a:buFont typeface="Arial"/>
                        <a:buNone/>
                      </a:pPr>
                      <a:r>
                        <a:rPr b="1" lang="es-419" sz="1200" u="none" cap="none" strike="noStrike">
                          <a:latin typeface="Times New Roman"/>
                          <a:ea typeface="Times New Roman"/>
                          <a:cs typeface="Times New Roman"/>
                          <a:sym typeface="Times New Roman"/>
                        </a:rPr>
                        <a:t>Identificación</a:t>
                      </a:r>
                      <a:endParaRPr b="1" sz="1200" u="none" cap="none" strike="noStrike">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200"/>
                        <a:buFont typeface="Arial"/>
                        <a:buNone/>
                      </a:pPr>
                      <a:r>
                        <a:rPr b="1" lang="es-419" sz="1200" u="none" cap="none" strike="noStrike">
                          <a:latin typeface="Times New Roman"/>
                          <a:ea typeface="Times New Roman"/>
                          <a:cs typeface="Times New Roman"/>
                          <a:sym typeface="Times New Roman"/>
                        </a:rPr>
                        <a:t>del</a:t>
                      </a:r>
                      <a:endParaRPr b="1" sz="1200" u="none" cap="none" strike="noStrike">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200"/>
                        <a:buFont typeface="Arial"/>
                        <a:buNone/>
                      </a:pPr>
                      <a:r>
                        <a:rPr b="1" lang="es-419" sz="1200" u="none" cap="none" strike="noStrike">
                          <a:latin typeface="Times New Roman"/>
                          <a:ea typeface="Times New Roman"/>
                          <a:cs typeface="Times New Roman"/>
                          <a:sym typeface="Times New Roman"/>
                        </a:rPr>
                        <a:t>requerimiento:</a:t>
                      </a:r>
                      <a:endParaRPr b="1" sz="1200" u="none" cap="none" strike="noStrike">
                        <a:latin typeface="Times New Roman"/>
                        <a:ea typeface="Times New Roman"/>
                        <a:cs typeface="Times New Roman"/>
                        <a:sym typeface="Times New Roman"/>
                      </a:endParaRPr>
                    </a:p>
                  </a:txBody>
                  <a:tcPr marT="63500" marB="63500" marR="63500" marL="63500">
                    <a:lnL cap="flat" cmpd="sng" w="12700">
                      <a:solidFill>
                        <a:srgbClr val="B6D7A8"/>
                      </a:solidFill>
                      <a:prstDash val="solid"/>
                      <a:round/>
                      <a:headEnd len="sm" w="sm" type="none"/>
                      <a:tailEnd len="sm" w="sm" type="none"/>
                    </a:lnL>
                    <a:lnR cap="flat" cmpd="sng" w="12700">
                      <a:solidFill>
                        <a:srgbClr val="B6D7A8"/>
                      </a:solidFill>
                      <a:prstDash val="solid"/>
                      <a:round/>
                      <a:headEnd len="sm" w="sm" type="none"/>
                      <a:tailEnd len="sm" w="sm" type="none"/>
                    </a:lnR>
                    <a:lnT cap="flat" cmpd="sng" w="12700">
                      <a:solidFill>
                        <a:srgbClr val="B6D7A8"/>
                      </a:solidFill>
                      <a:prstDash val="solid"/>
                      <a:round/>
                      <a:headEnd len="sm" w="sm" type="none"/>
                      <a:tailEnd len="sm" w="sm" type="none"/>
                    </a:lnT>
                    <a:lnB cap="flat" cmpd="sng" w="12700">
                      <a:solidFill>
                        <a:srgbClr val="B6D7A8"/>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200"/>
                        <a:buFont typeface="Arial"/>
                        <a:buNone/>
                      </a:pPr>
                      <a:r>
                        <a:rPr lang="es-419" sz="1200" u="none" cap="none" strike="noStrike">
                          <a:latin typeface="Times New Roman"/>
                          <a:ea typeface="Times New Roman"/>
                          <a:cs typeface="Times New Roman"/>
                          <a:sym typeface="Times New Roman"/>
                        </a:rPr>
                        <a:t>RF01</a:t>
                      </a:r>
                      <a:endParaRPr sz="1200" u="none" cap="none" strike="noStrike">
                        <a:latin typeface="Times New Roman"/>
                        <a:ea typeface="Times New Roman"/>
                        <a:cs typeface="Times New Roman"/>
                        <a:sym typeface="Times New Roman"/>
                      </a:endParaRPr>
                    </a:p>
                  </a:txBody>
                  <a:tcPr marT="63500" marB="63500" marR="63500" marL="63500">
                    <a:lnL cap="flat" cmpd="sng" w="12700">
                      <a:solidFill>
                        <a:srgbClr val="B6D7A8"/>
                      </a:solidFill>
                      <a:prstDash val="solid"/>
                      <a:round/>
                      <a:headEnd len="sm" w="sm" type="none"/>
                      <a:tailEnd len="sm" w="sm" type="none"/>
                    </a:lnL>
                    <a:lnR cap="flat" cmpd="sng" w="12700">
                      <a:solidFill>
                        <a:srgbClr val="B6D7A8"/>
                      </a:solidFill>
                      <a:prstDash val="solid"/>
                      <a:round/>
                      <a:headEnd len="sm" w="sm" type="none"/>
                      <a:tailEnd len="sm" w="sm" type="none"/>
                    </a:lnR>
                    <a:lnT cap="flat" cmpd="sng" w="12700">
                      <a:solidFill>
                        <a:srgbClr val="B6D7A8"/>
                      </a:solidFill>
                      <a:prstDash val="solid"/>
                      <a:round/>
                      <a:headEnd len="sm" w="sm" type="none"/>
                      <a:tailEnd len="sm" w="sm" type="none"/>
                    </a:lnT>
                    <a:lnB cap="flat" cmpd="sng" w="12700">
                      <a:solidFill>
                        <a:srgbClr val="B6D7A8"/>
                      </a:solidFill>
                      <a:prstDash val="solid"/>
                      <a:round/>
                      <a:headEnd len="sm" w="sm" type="none"/>
                      <a:tailEnd len="sm" w="sm" type="none"/>
                    </a:lnB>
                  </a:tcPr>
                </a:tc>
              </a:tr>
              <a:tr h="469900">
                <a:tc>
                  <a:txBody>
                    <a:bodyPr/>
                    <a:lstStyle/>
                    <a:p>
                      <a:pPr indent="0" lvl="0" marL="0" marR="0" rtl="0" algn="l">
                        <a:lnSpc>
                          <a:spcPct val="100000"/>
                        </a:lnSpc>
                        <a:spcBef>
                          <a:spcPts val="0"/>
                        </a:spcBef>
                        <a:spcAft>
                          <a:spcPts val="0"/>
                        </a:spcAft>
                        <a:buClr>
                          <a:srgbClr val="000000"/>
                        </a:buClr>
                        <a:buSzPts val="1200"/>
                        <a:buFont typeface="Arial"/>
                        <a:buNone/>
                      </a:pPr>
                      <a:r>
                        <a:rPr b="1" lang="es-419" sz="1200" u="none" cap="none" strike="noStrike">
                          <a:latin typeface="Times New Roman"/>
                          <a:ea typeface="Times New Roman"/>
                          <a:cs typeface="Times New Roman"/>
                          <a:sym typeface="Times New Roman"/>
                        </a:rPr>
                        <a:t>Nombre del</a:t>
                      </a:r>
                      <a:endParaRPr b="1" sz="1200" u="none" cap="none" strike="noStrike">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200"/>
                        <a:buFont typeface="Arial"/>
                        <a:buNone/>
                      </a:pPr>
                      <a:r>
                        <a:rPr b="1" lang="es-419" sz="1200" u="none" cap="none" strike="noStrike">
                          <a:latin typeface="Times New Roman"/>
                          <a:ea typeface="Times New Roman"/>
                          <a:cs typeface="Times New Roman"/>
                          <a:sym typeface="Times New Roman"/>
                        </a:rPr>
                        <a:t>requerimiento:</a:t>
                      </a:r>
                      <a:endParaRPr b="1" sz="1200" u="none" cap="none" strike="noStrike">
                        <a:latin typeface="Times New Roman"/>
                        <a:ea typeface="Times New Roman"/>
                        <a:cs typeface="Times New Roman"/>
                        <a:sym typeface="Times New Roman"/>
                      </a:endParaRPr>
                    </a:p>
                  </a:txBody>
                  <a:tcPr marT="63500" marB="63500" marR="63500" marL="63500">
                    <a:lnL cap="flat" cmpd="sng" w="12700">
                      <a:solidFill>
                        <a:srgbClr val="B6D7A8"/>
                      </a:solidFill>
                      <a:prstDash val="solid"/>
                      <a:round/>
                      <a:headEnd len="sm" w="sm" type="none"/>
                      <a:tailEnd len="sm" w="sm" type="none"/>
                    </a:lnL>
                    <a:lnR cap="flat" cmpd="sng" w="12700">
                      <a:solidFill>
                        <a:srgbClr val="B6D7A8"/>
                      </a:solidFill>
                      <a:prstDash val="solid"/>
                      <a:round/>
                      <a:headEnd len="sm" w="sm" type="none"/>
                      <a:tailEnd len="sm" w="sm" type="none"/>
                    </a:lnR>
                    <a:lnT cap="flat" cmpd="sng" w="12700">
                      <a:solidFill>
                        <a:srgbClr val="B6D7A8"/>
                      </a:solidFill>
                      <a:prstDash val="solid"/>
                      <a:round/>
                      <a:headEnd len="sm" w="sm" type="none"/>
                      <a:tailEnd len="sm" w="sm" type="none"/>
                    </a:lnT>
                    <a:lnB cap="flat" cmpd="sng" w="12700">
                      <a:solidFill>
                        <a:srgbClr val="B6D7A8"/>
                      </a:solidFill>
                      <a:prstDash val="solid"/>
                      <a:round/>
                      <a:headEnd len="sm" w="sm" type="none"/>
                      <a:tailEnd len="sm" w="sm" type="none"/>
                    </a:lnB>
                    <a:solidFill>
                      <a:srgbClr val="D9EAD3"/>
                    </a:solidFill>
                  </a:tcPr>
                </a:tc>
                <a:tc>
                  <a:txBody>
                    <a:bodyPr/>
                    <a:lstStyle/>
                    <a:p>
                      <a:pPr indent="0" lvl="0" marL="0" marR="0" rtl="0" algn="l">
                        <a:lnSpc>
                          <a:spcPct val="115000"/>
                        </a:lnSpc>
                        <a:spcBef>
                          <a:spcPts val="0"/>
                        </a:spcBef>
                        <a:spcAft>
                          <a:spcPts val="0"/>
                        </a:spcAft>
                        <a:buClr>
                          <a:srgbClr val="000000"/>
                        </a:buClr>
                        <a:buSzPts val="1200"/>
                        <a:buFont typeface="Arial"/>
                        <a:buNone/>
                      </a:pPr>
                      <a:r>
                        <a:rPr b="1" lang="es-419" sz="1200" u="none" cap="none" strike="noStrike">
                          <a:latin typeface="Times New Roman"/>
                          <a:ea typeface="Times New Roman"/>
                          <a:cs typeface="Times New Roman"/>
                          <a:sym typeface="Times New Roman"/>
                        </a:rPr>
                        <a:t>Registro de usuario</a:t>
                      </a:r>
                      <a:endParaRPr b="1" sz="1200" u="none" cap="none" strike="noStrike">
                        <a:latin typeface="Times New Roman"/>
                        <a:ea typeface="Times New Roman"/>
                        <a:cs typeface="Times New Roman"/>
                        <a:sym typeface="Times New Roman"/>
                      </a:endParaRPr>
                    </a:p>
                  </a:txBody>
                  <a:tcPr marT="63500" marB="63500" marR="63500" marL="63500">
                    <a:lnL cap="flat" cmpd="sng" w="12700">
                      <a:solidFill>
                        <a:srgbClr val="B6D7A8"/>
                      </a:solidFill>
                      <a:prstDash val="solid"/>
                      <a:round/>
                      <a:headEnd len="sm" w="sm" type="none"/>
                      <a:tailEnd len="sm" w="sm" type="none"/>
                    </a:lnL>
                    <a:lnR cap="flat" cmpd="sng" w="12700">
                      <a:solidFill>
                        <a:srgbClr val="B6D7A8"/>
                      </a:solidFill>
                      <a:prstDash val="solid"/>
                      <a:round/>
                      <a:headEnd len="sm" w="sm" type="none"/>
                      <a:tailEnd len="sm" w="sm" type="none"/>
                    </a:lnR>
                    <a:lnT cap="flat" cmpd="sng" w="12700">
                      <a:solidFill>
                        <a:srgbClr val="B6D7A8"/>
                      </a:solidFill>
                      <a:prstDash val="solid"/>
                      <a:round/>
                      <a:headEnd len="sm" w="sm" type="none"/>
                      <a:tailEnd len="sm" w="sm" type="none"/>
                    </a:lnT>
                    <a:lnB cap="flat" cmpd="sng" w="12700">
                      <a:solidFill>
                        <a:srgbClr val="B6D7A8"/>
                      </a:solidFill>
                      <a:prstDash val="solid"/>
                      <a:round/>
                      <a:headEnd len="sm" w="sm" type="none"/>
                      <a:tailEnd len="sm" w="sm" type="none"/>
                    </a:lnB>
                    <a:solidFill>
                      <a:srgbClr val="D9EAD3"/>
                    </a:solidFill>
                  </a:tcPr>
                </a:tc>
              </a:tr>
              <a:tr h="304800">
                <a:tc>
                  <a:txBody>
                    <a:bodyPr/>
                    <a:lstStyle/>
                    <a:p>
                      <a:pPr indent="0" lvl="0" marL="0" marR="0" rtl="0" algn="l">
                        <a:lnSpc>
                          <a:spcPct val="100000"/>
                        </a:lnSpc>
                        <a:spcBef>
                          <a:spcPts val="0"/>
                        </a:spcBef>
                        <a:spcAft>
                          <a:spcPts val="0"/>
                        </a:spcAft>
                        <a:buClr>
                          <a:srgbClr val="000000"/>
                        </a:buClr>
                        <a:buSzPts val="1200"/>
                        <a:buFont typeface="Arial"/>
                        <a:buNone/>
                      </a:pPr>
                      <a:r>
                        <a:rPr b="1" lang="es-419" sz="1200" u="none" cap="none" strike="noStrike">
                          <a:latin typeface="Times New Roman"/>
                          <a:ea typeface="Times New Roman"/>
                          <a:cs typeface="Times New Roman"/>
                          <a:sym typeface="Times New Roman"/>
                        </a:rPr>
                        <a:t>Características:</a:t>
                      </a:r>
                      <a:endParaRPr b="1" sz="1200" u="none" cap="none" strike="noStrike">
                        <a:latin typeface="Times New Roman"/>
                        <a:ea typeface="Times New Roman"/>
                        <a:cs typeface="Times New Roman"/>
                        <a:sym typeface="Times New Roman"/>
                      </a:endParaRPr>
                    </a:p>
                  </a:txBody>
                  <a:tcPr marT="63500" marB="63500" marR="63500" marL="63500">
                    <a:lnL cap="flat" cmpd="sng" w="12700">
                      <a:solidFill>
                        <a:srgbClr val="B6D7A8"/>
                      </a:solidFill>
                      <a:prstDash val="solid"/>
                      <a:round/>
                      <a:headEnd len="sm" w="sm" type="none"/>
                      <a:tailEnd len="sm" w="sm" type="none"/>
                    </a:lnL>
                    <a:lnR cap="flat" cmpd="sng" w="12700">
                      <a:solidFill>
                        <a:srgbClr val="B6D7A8"/>
                      </a:solidFill>
                      <a:prstDash val="solid"/>
                      <a:round/>
                      <a:headEnd len="sm" w="sm" type="none"/>
                      <a:tailEnd len="sm" w="sm" type="none"/>
                    </a:lnR>
                    <a:lnT cap="flat" cmpd="sng" w="12700">
                      <a:solidFill>
                        <a:srgbClr val="B6D7A8"/>
                      </a:solidFill>
                      <a:prstDash val="solid"/>
                      <a:round/>
                      <a:headEnd len="sm" w="sm" type="none"/>
                      <a:tailEnd len="sm" w="sm" type="none"/>
                    </a:lnT>
                    <a:lnB cap="flat" cmpd="sng" w="12700">
                      <a:solidFill>
                        <a:srgbClr val="B6D7A8"/>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1200"/>
                        <a:buFont typeface="Arial"/>
                        <a:buNone/>
                      </a:pPr>
                      <a:r>
                        <a:rPr lang="es-419" sz="1200" u="none" cap="none" strike="noStrike">
                          <a:latin typeface="Times New Roman"/>
                          <a:ea typeface="Times New Roman"/>
                          <a:cs typeface="Times New Roman"/>
                          <a:sym typeface="Times New Roman"/>
                        </a:rPr>
                        <a:t>El formulario de registro debe estar disponible desde la pantalla de inicio mediante un botón o enlace claramente visible.</a:t>
                      </a:r>
                      <a:endParaRPr sz="1200" u="none" cap="none" strike="noStrike">
                        <a:latin typeface="Times New Roman"/>
                        <a:ea typeface="Times New Roman"/>
                        <a:cs typeface="Times New Roman"/>
                        <a:sym typeface="Times New Roman"/>
                      </a:endParaRPr>
                    </a:p>
                  </a:txBody>
                  <a:tcPr marT="63500" marB="63500" marR="63500" marL="63500">
                    <a:lnL cap="flat" cmpd="sng" w="12700">
                      <a:solidFill>
                        <a:srgbClr val="B6D7A8"/>
                      </a:solidFill>
                      <a:prstDash val="solid"/>
                      <a:round/>
                      <a:headEnd len="sm" w="sm" type="none"/>
                      <a:tailEnd len="sm" w="sm" type="none"/>
                    </a:lnL>
                    <a:lnR cap="flat" cmpd="sng" w="12700">
                      <a:solidFill>
                        <a:srgbClr val="B6D7A8"/>
                      </a:solidFill>
                      <a:prstDash val="solid"/>
                      <a:round/>
                      <a:headEnd len="sm" w="sm" type="none"/>
                      <a:tailEnd len="sm" w="sm" type="none"/>
                    </a:lnR>
                    <a:lnT cap="flat" cmpd="sng" w="12700">
                      <a:solidFill>
                        <a:srgbClr val="B6D7A8"/>
                      </a:solidFill>
                      <a:prstDash val="solid"/>
                      <a:round/>
                      <a:headEnd len="sm" w="sm" type="none"/>
                      <a:tailEnd len="sm" w="sm" type="none"/>
                    </a:lnT>
                    <a:lnB cap="flat" cmpd="sng" w="12700">
                      <a:solidFill>
                        <a:srgbClr val="B6D7A8"/>
                      </a:solidFill>
                      <a:prstDash val="solid"/>
                      <a:round/>
                      <a:headEnd len="sm" w="sm" type="none"/>
                      <a:tailEnd len="sm" w="sm" type="none"/>
                    </a:lnB>
                  </a:tcPr>
                </a:tc>
              </a:tr>
              <a:tr h="469900">
                <a:tc>
                  <a:txBody>
                    <a:bodyPr/>
                    <a:lstStyle/>
                    <a:p>
                      <a:pPr indent="0" lvl="0" marL="0" marR="0" rtl="0" algn="l">
                        <a:lnSpc>
                          <a:spcPct val="100000"/>
                        </a:lnSpc>
                        <a:spcBef>
                          <a:spcPts val="0"/>
                        </a:spcBef>
                        <a:spcAft>
                          <a:spcPts val="0"/>
                        </a:spcAft>
                        <a:buClr>
                          <a:srgbClr val="000000"/>
                        </a:buClr>
                        <a:buSzPts val="1200"/>
                        <a:buFont typeface="Arial"/>
                        <a:buNone/>
                      </a:pPr>
                      <a:r>
                        <a:rPr b="1" lang="es-419" sz="1200" u="none" cap="none" strike="noStrike">
                          <a:latin typeface="Times New Roman"/>
                          <a:ea typeface="Times New Roman"/>
                          <a:cs typeface="Times New Roman"/>
                          <a:sym typeface="Times New Roman"/>
                        </a:rPr>
                        <a:t>Descripción del</a:t>
                      </a:r>
                      <a:endParaRPr b="1" sz="1200" u="none" cap="none" strike="noStrike">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200"/>
                        <a:buFont typeface="Arial"/>
                        <a:buNone/>
                      </a:pPr>
                      <a:r>
                        <a:rPr b="1" lang="es-419" sz="1200" u="none" cap="none" strike="noStrike">
                          <a:latin typeface="Times New Roman"/>
                          <a:ea typeface="Times New Roman"/>
                          <a:cs typeface="Times New Roman"/>
                          <a:sym typeface="Times New Roman"/>
                        </a:rPr>
                        <a:t>requerimiento:</a:t>
                      </a:r>
                      <a:endParaRPr b="1" sz="1200" u="none" cap="none" strike="noStrike">
                        <a:latin typeface="Times New Roman"/>
                        <a:ea typeface="Times New Roman"/>
                        <a:cs typeface="Times New Roman"/>
                        <a:sym typeface="Times New Roman"/>
                      </a:endParaRPr>
                    </a:p>
                  </a:txBody>
                  <a:tcPr marT="63500" marB="63500" marR="63500" marL="63500">
                    <a:lnL cap="flat" cmpd="sng" w="12700">
                      <a:solidFill>
                        <a:srgbClr val="B6D7A8"/>
                      </a:solidFill>
                      <a:prstDash val="solid"/>
                      <a:round/>
                      <a:headEnd len="sm" w="sm" type="none"/>
                      <a:tailEnd len="sm" w="sm" type="none"/>
                    </a:lnL>
                    <a:lnR cap="flat" cmpd="sng" w="12700">
                      <a:solidFill>
                        <a:srgbClr val="B6D7A8"/>
                      </a:solidFill>
                      <a:prstDash val="solid"/>
                      <a:round/>
                      <a:headEnd len="sm" w="sm" type="none"/>
                      <a:tailEnd len="sm" w="sm" type="none"/>
                    </a:lnR>
                    <a:lnT cap="flat" cmpd="sng" w="12700">
                      <a:solidFill>
                        <a:srgbClr val="B6D7A8"/>
                      </a:solidFill>
                      <a:prstDash val="solid"/>
                      <a:round/>
                      <a:headEnd len="sm" w="sm" type="none"/>
                      <a:tailEnd len="sm" w="sm" type="none"/>
                    </a:lnT>
                    <a:lnB cap="flat" cmpd="sng" w="12700">
                      <a:solidFill>
                        <a:srgbClr val="B6D7A8"/>
                      </a:solidFill>
                      <a:prstDash val="solid"/>
                      <a:round/>
                      <a:headEnd len="sm" w="sm" type="none"/>
                      <a:tailEnd len="sm" w="sm" type="none"/>
                    </a:lnB>
                    <a:solidFill>
                      <a:srgbClr val="D9EAD3"/>
                    </a:solidFill>
                  </a:tcPr>
                </a:tc>
                <a:tc>
                  <a:txBody>
                    <a:bodyPr/>
                    <a:lstStyle/>
                    <a:p>
                      <a:pPr indent="0" lvl="0" marL="0" marR="0" rtl="0" algn="l">
                        <a:lnSpc>
                          <a:spcPct val="115000"/>
                        </a:lnSpc>
                        <a:spcBef>
                          <a:spcPts val="0"/>
                        </a:spcBef>
                        <a:spcAft>
                          <a:spcPts val="0"/>
                        </a:spcAft>
                        <a:buClr>
                          <a:srgbClr val="000000"/>
                        </a:buClr>
                        <a:buSzPts val="1100"/>
                        <a:buFont typeface="Arial"/>
                        <a:buNone/>
                      </a:pPr>
                      <a:r>
                        <a:rPr lang="es-419" sz="1100" u="none" cap="none" strike="noStrike">
                          <a:latin typeface="Times New Roman"/>
                          <a:ea typeface="Times New Roman"/>
                          <a:cs typeface="Times New Roman"/>
                          <a:sym typeface="Times New Roman"/>
                        </a:rPr>
                        <a:t>El sistema debe permitir que una persona cree una cuenta personal proporcionando su información básica a través de un formulario de registro.</a:t>
                      </a:r>
                      <a:endParaRPr sz="1200" u="none" cap="none" strike="noStrike">
                        <a:latin typeface="Times New Roman"/>
                        <a:ea typeface="Times New Roman"/>
                        <a:cs typeface="Times New Roman"/>
                        <a:sym typeface="Times New Roman"/>
                      </a:endParaRPr>
                    </a:p>
                    <a:p>
                      <a:pPr indent="0" lvl="0" marL="0" marR="0" rtl="0" algn="l">
                        <a:lnSpc>
                          <a:spcPct val="100000"/>
                        </a:lnSpc>
                        <a:spcBef>
                          <a:spcPts val="1200"/>
                        </a:spcBef>
                        <a:spcAft>
                          <a:spcPts val="0"/>
                        </a:spcAft>
                        <a:buClr>
                          <a:srgbClr val="000000"/>
                        </a:buClr>
                        <a:buSzPts val="1200"/>
                        <a:buFont typeface="Arial"/>
                        <a:buNone/>
                      </a:pPr>
                      <a:r>
                        <a:t/>
                      </a:r>
                      <a:endParaRPr sz="1200" u="none" cap="none" strike="noStrike">
                        <a:latin typeface="Times New Roman"/>
                        <a:ea typeface="Times New Roman"/>
                        <a:cs typeface="Times New Roman"/>
                        <a:sym typeface="Times New Roman"/>
                      </a:endParaRPr>
                    </a:p>
                  </a:txBody>
                  <a:tcPr marT="63500" marB="63500" marR="63500" marL="63500">
                    <a:lnL cap="flat" cmpd="sng" w="12700">
                      <a:solidFill>
                        <a:srgbClr val="B6D7A8"/>
                      </a:solidFill>
                      <a:prstDash val="solid"/>
                      <a:round/>
                      <a:headEnd len="sm" w="sm" type="none"/>
                      <a:tailEnd len="sm" w="sm" type="none"/>
                    </a:lnL>
                    <a:lnR cap="flat" cmpd="sng" w="12700">
                      <a:solidFill>
                        <a:srgbClr val="B6D7A8"/>
                      </a:solidFill>
                      <a:prstDash val="solid"/>
                      <a:round/>
                      <a:headEnd len="sm" w="sm" type="none"/>
                      <a:tailEnd len="sm" w="sm" type="none"/>
                    </a:lnR>
                    <a:lnT cap="flat" cmpd="sng" w="12700">
                      <a:solidFill>
                        <a:srgbClr val="B6D7A8"/>
                      </a:solidFill>
                      <a:prstDash val="solid"/>
                      <a:round/>
                      <a:headEnd len="sm" w="sm" type="none"/>
                      <a:tailEnd len="sm" w="sm" type="none"/>
                    </a:lnT>
                    <a:lnB cap="flat" cmpd="sng" w="12700">
                      <a:solidFill>
                        <a:srgbClr val="B6D7A8"/>
                      </a:solidFill>
                      <a:prstDash val="solid"/>
                      <a:round/>
                      <a:headEnd len="sm" w="sm" type="none"/>
                      <a:tailEnd len="sm" w="sm" type="none"/>
                    </a:lnB>
                    <a:solidFill>
                      <a:srgbClr val="D9EAD3"/>
                    </a:solidFill>
                  </a:tcPr>
                </a:tc>
              </a:tr>
              <a:tr h="469900">
                <a:tc>
                  <a:txBody>
                    <a:bodyPr/>
                    <a:lstStyle/>
                    <a:p>
                      <a:pPr indent="0" lvl="0" marL="0" marR="0" rtl="0" algn="l">
                        <a:lnSpc>
                          <a:spcPct val="100000"/>
                        </a:lnSpc>
                        <a:spcBef>
                          <a:spcPts val="0"/>
                        </a:spcBef>
                        <a:spcAft>
                          <a:spcPts val="0"/>
                        </a:spcAft>
                        <a:buClr>
                          <a:srgbClr val="000000"/>
                        </a:buClr>
                        <a:buSzPts val="1200"/>
                        <a:buFont typeface="Arial"/>
                        <a:buNone/>
                      </a:pPr>
                      <a:r>
                        <a:rPr b="1" lang="es-419" sz="1200" u="none" cap="none" strike="noStrike">
                          <a:latin typeface="Times New Roman"/>
                          <a:ea typeface="Times New Roman"/>
                          <a:cs typeface="Times New Roman"/>
                          <a:sym typeface="Times New Roman"/>
                        </a:rPr>
                        <a:t>Requerimientos</a:t>
                      </a:r>
                      <a:endParaRPr b="1" sz="1200" u="none" cap="none" strike="noStrike">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200"/>
                        <a:buFont typeface="Arial"/>
                        <a:buNone/>
                      </a:pPr>
                      <a:r>
                        <a:rPr b="1" lang="es-419" sz="1200" u="none" cap="none" strike="noStrike">
                          <a:latin typeface="Times New Roman"/>
                          <a:ea typeface="Times New Roman"/>
                          <a:cs typeface="Times New Roman"/>
                          <a:sym typeface="Times New Roman"/>
                        </a:rPr>
                        <a:t>no funcionales:</a:t>
                      </a:r>
                      <a:endParaRPr b="1" sz="1200" u="none" cap="none" strike="noStrike">
                        <a:latin typeface="Times New Roman"/>
                        <a:ea typeface="Times New Roman"/>
                        <a:cs typeface="Times New Roman"/>
                        <a:sym typeface="Times New Roman"/>
                      </a:endParaRPr>
                    </a:p>
                  </a:txBody>
                  <a:tcPr marT="63500" marB="63500" marR="63500" marL="63500">
                    <a:lnL cap="flat" cmpd="sng" w="12700">
                      <a:solidFill>
                        <a:srgbClr val="B6D7A8"/>
                      </a:solidFill>
                      <a:prstDash val="solid"/>
                      <a:round/>
                      <a:headEnd len="sm" w="sm" type="none"/>
                      <a:tailEnd len="sm" w="sm" type="none"/>
                    </a:lnL>
                    <a:lnR cap="flat" cmpd="sng" w="12700">
                      <a:solidFill>
                        <a:srgbClr val="B6D7A8"/>
                      </a:solidFill>
                      <a:prstDash val="solid"/>
                      <a:round/>
                      <a:headEnd len="sm" w="sm" type="none"/>
                      <a:tailEnd len="sm" w="sm" type="none"/>
                    </a:lnR>
                    <a:lnT cap="flat" cmpd="sng" w="12700">
                      <a:solidFill>
                        <a:srgbClr val="B6D7A8"/>
                      </a:solidFill>
                      <a:prstDash val="solid"/>
                      <a:round/>
                      <a:headEnd len="sm" w="sm" type="none"/>
                      <a:tailEnd len="sm" w="sm" type="none"/>
                    </a:lnT>
                    <a:lnB cap="flat" cmpd="sng" w="12700">
                      <a:solidFill>
                        <a:srgbClr val="B6D7A8"/>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200"/>
                        <a:buFont typeface="Arial"/>
                        <a:buNone/>
                      </a:pPr>
                      <a:r>
                        <a:rPr lang="es-419" sz="1200" u="none" cap="none" strike="noStrike">
                          <a:latin typeface="Times New Roman"/>
                          <a:ea typeface="Times New Roman"/>
                          <a:cs typeface="Times New Roman"/>
                          <a:sym typeface="Times New Roman"/>
                        </a:rPr>
                        <a:t>❖ RNF04</a:t>
                      </a:r>
                      <a:endParaRPr sz="1200" u="none" cap="none" strike="noStrike">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200"/>
                        <a:buFont typeface="Arial"/>
                        <a:buNone/>
                      </a:pPr>
                      <a:r>
                        <a:rPr lang="es-419" sz="1200" u="none" cap="none" strike="noStrike">
                          <a:latin typeface="Times New Roman"/>
                          <a:ea typeface="Times New Roman"/>
                          <a:cs typeface="Times New Roman"/>
                          <a:sym typeface="Times New Roman"/>
                        </a:rPr>
                        <a:t>❖ RNF03</a:t>
                      </a:r>
                      <a:endParaRPr sz="1200" u="none" cap="none" strike="noStrike">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200"/>
                        <a:buFont typeface="Arial"/>
                        <a:buNone/>
                      </a:pPr>
                      <a:r>
                        <a:rPr lang="es-419" sz="1200" u="none" cap="none" strike="noStrike">
                          <a:latin typeface="Times New Roman"/>
                          <a:ea typeface="Times New Roman"/>
                          <a:cs typeface="Times New Roman"/>
                          <a:sym typeface="Times New Roman"/>
                        </a:rPr>
                        <a:t>❖ RNF010</a:t>
                      </a:r>
                      <a:endParaRPr sz="1200" u="none" cap="none" strike="noStrike">
                        <a:latin typeface="Times New Roman"/>
                        <a:ea typeface="Times New Roman"/>
                        <a:cs typeface="Times New Roman"/>
                        <a:sym typeface="Times New Roman"/>
                      </a:endParaRPr>
                    </a:p>
                  </a:txBody>
                  <a:tcPr marT="63500" marB="63500" marR="63500" marL="63500">
                    <a:lnL cap="flat" cmpd="sng" w="12700">
                      <a:solidFill>
                        <a:srgbClr val="B6D7A8"/>
                      </a:solidFill>
                      <a:prstDash val="solid"/>
                      <a:round/>
                      <a:headEnd len="sm" w="sm" type="none"/>
                      <a:tailEnd len="sm" w="sm" type="none"/>
                    </a:lnL>
                    <a:lnR cap="flat" cmpd="sng" w="12700">
                      <a:solidFill>
                        <a:srgbClr val="B6D7A8"/>
                      </a:solidFill>
                      <a:prstDash val="solid"/>
                      <a:round/>
                      <a:headEnd len="sm" w="sm" type="none"/>
                      <a:tailEnd len="sm" w="sm" type="none"/>
                    </a:lnR>
                    <a:lnT cap="flat" cmpd="sng" w="12700">
                      <a:solidFill>
                        <a:srgbClr val="B6D7A8"/>
                      </a:solidFill>
                      <a:prstDash val="solid"/>
                      <a:round/>
                      <a:headEnd len="sm" w="sm" type="none"/>
                      <a:tailEnd len="sm" w="sm" type="none"/>
                    </a:lnT>
                    <a:lnB cap="flat" cmpd="sng" w="12700">
                      <a:solidFill>
                        <a:srgbClr val="B6D7A8"/>
                      </a:solidFill>
                      <a:prstDash val="solid"/>
                      <a:round/>
                      <a:headEnd len="sm" w="sm" type="none"/>
                      <a:tailEnd len="sm" w="sm" type="none"/>
                    </a:lnB>
                  </a:tcPr>
                </a:tc>
              </a:tr>
              <a:tr h="469900">
                <a:tc>
                  <a:txBody>
                    <a:bodyPr/>
                    <a:lstStyle/>
                    <a:p>
                      <a:pPr indent="0" lvl="0" marL="0" marR="0" rtl="0" algn="l">
                        <a:lnSpc>
                          <a:spcPct val="100000"/>
                        </a:lnSpc>
                        <a:spcBef>
                          <a:spcPts val="0"/>
                        </a:spcBef>
                        <a:spcAft>
                          <a:spcPts val="0"/>
                        </a:spcAft>
                        <a:buClr>
                          <a:srgbClr val="000000"/>
                        </a:buClr>
                        <a:buSzPts val="1200"/>
                        <a:buFont typeface="Arial"/>
                        <a:buNone/>
                      </a:pPr>
                      <a:r>
                        <a:rPr b="1" lang="es-419" sz="1200" u="none" cap="none" strike="noStrike">
                          <a:latin typeface="Times New Roman"/>
                          <a:ea typeface="Times New Roman"/>
                          <a:cs typeface="Times New Roman"/>
                          <a:sym typeface="Times New Roman"/>
                        </a:rPr>
                        <a:t>Prioridad de</a:t>
                      </a:r>
                      <a:endParaRPr b="1" sz="1200" u="none" cap="none" strike="noStrike">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200"/>
                        <a:buFont typeface="Arial"/>
                        <a:buNone/>
                      </a:pPr>
                      <a:r>
                        <a:rPr b="1" lang="es-419" sz="1200" u="none" cap="none" strike="noStrike">
                          <a:latin typeface="Times New Roman"/>
                          <a:ea typeface="Times New Roman"/>
                          <a:cs typeface="Times New Roman"/>
                          <a:sym typeface="Times New Roman"/>
                        </a:rPr>
                        <a:t>requerimiento:</a:t>
                      </a:r>
                      <a:endParaRPr b="1" sz="1200" u="none" cap="none" strike="noStrike">
                        <a:latin typeface="Times New Roman"/>
                        <a:ea typeface="Times New Roman"/>
                        <a:cs typeface="Times New Roman"/>
                        <a:sym typeface="Times New Roman"/>
                      </a:endParaRPr>
                    </a:p>
                  </a:txBody>
                  <a:tcPr marT="63500" marB="63500" marR="63500" marL="63500">
                    <a:lnL cap="flat" cmpd="sng" w="12700">
                      <a:solidFill>
                        <a:srgbClr val="B6D7A8"/>
                      </a:solidFill>
                      <a:prstDash val="solid"/>
                      <a:round/>
                      <a:headEnd len="sm" w="sm" type="none"/>
                      <a:tailEnd len="sm" w="sm" type="none"/>
                    </a:lnL>
                    <a:lnR cap="flat" cmpd="sng" w="12700">
                      <a:solidFill>
                        <a:srgbClr val="B6D7A8"/>
                      </a:solidFill>
                      <a:prstDash val="solid"/>
                      <a:round/>
                      <a:headEnd len="sm" w="sm" type="none"/>
                      <a:tailEnd len="sm" w="sm" type="none"/>
                    </a:lnR>
                    <a:lnT cap="flat" cmpd="sng" w="12700">
                      <a:solidFill>
                        <a:srgbClr val="B6D7A8"/>
                      </a:solidFill>
                      <a:prstDash val="solid"/>
                      <a:round/>
                      <a:headEnd len="sm" w="sm" type="none"/>
                      <a:tailEnd len="sm" w="sm" type="none"/>
                    </a:lnT>
                    <a:lnB cap="flat" cmpd="sng" w="12700">
                      <a:solidFill>
                        <a:srgbClr val="B6D7A8"/>
                      </a:solidFill>
                      <a:prstDash val="solid"/>
                      <a:round/>
                      <a:headEnd len="sm" w="sm" type="none"/>
                      <a:tailEnd len="sm" w="sm" type="none"/>
                    </a:lnB>
                    <a:solidFill>
                      <a:srgbClr val="D9EAD3"/>
                    </a:solidFill>
                  </a:tcPr>
                </a:tc>
                <a:tc>
                  <a:txBody>
                    <a:bodyPr/>
                    <a:lstStyle/>
                    <a:p>
                      <a:pPr indent="0" lvl="0" marL="0" marR="0" rtl="0" algn="l">
                        <a:lnSpc>
                          <a:spcPct val="100000"/>
                        </a:lnSpc>
                        <a:spcBef>
                          <a:spcPts val="0"/>
                        </a:spcBef>
                        <a:spcAft>
                          <a:spcPts val="0"/>
                        </a:spcAft>
                        <a:buClr>
                          <a:srgbClr val="000000"/>
                        </a:buClr>
                        <a:buSzPts val="1200"/>
                        <a:buFont typeface="Arial"/>
                        <a:buNone/>
                      </a:pPr>
                      <a:r>
                        <a:rPr lang="es-419" sz="1200" u="none" cap="none" strike="noStrike">
                          <a:latin typeface="Times New Roman"/>
                          <a:ea typeface="Times New Roman"/>
                          <a:cs typeface="Times New Roman"/>
                          <a:sym typeface="Times New Roman"/>
                        </a:rPr>
                        <a:t>Alta</a:t>
                      </a:r>
                      <a:endParaRPr sz="1200" u="none" cap="none" strike="noStrike">
                        <a:latin typeface="Times New Roman"/>
                        <a:ea typeface="Times New Roman"/>
                        <a:cs typeface="Times New Roman"/>
                        <a:sym typeface="Times New Roman"/>
                      </a:endParaRPr>
                    </a:p>
                  </a:txBody>
                  <a:tcPr marT="63500" marB="63500" marR="63500" marL="63500">
                    <a:lnL cap="flat" cmpd="sng" w="12700">
                      <a:solidFill>
                        <a:srgbClr val="B6D7A8"/>
                      </a:solidFill>
                      <a:prstDash val="solid"/>
                      <a:round/>
                      <a:headEnd len="sm" w="sm" type="none"/>
                      <a:tailEnd len="sm" w="sm" type="none"/>
                    </a:lnL>
                    <a:lnR cap="flat" cmpd="sng" w="12700">
                      <a:solidFill>
                        <a:srgbClr val="B6D7A8"/>
                      </a:solidFill>
                      <a:prstDash val="solid"/>
                      <a:round/>
                      <a:headEnd len="sm" w="sm" type="none"/>
                      <a:tailEnd len="sm" w="sm" type="none"/>
                    </a:lnR>
                    <a:lnT cap="flat" cmpd="sng" w="12700">
                      <a:solidFill>
                        <a:srgbClr val="B6D7A8"/>
                      </a:solidFill>
                      <a:prstDash val="solid"/>
                      <a:round/>
                      <a:headEnd len="sm" w="sm" type="none"/>
                      <a:tailEnd len="sm" w="sm" type="none"/>
                    </a:lnT>
                    <a:lnB cap="flat" cmpd="sng" w="12700">
                      <a:solidFill>
                        <a:srgbClr val="B6D7A8"/>
                      </a:solidFill>
                      <a:prstDash val="solid"/>
                      <a:round/>
                      <a:headEnd len="sm" w="sm" type="none"/>
                      <a:tailEnd len="sm" w="sm" type="none"/>
                    </a:lnB>
                    <a:solidFill>
                      <a:srgbClr val="D9EAD3"/>
                    </a:solidFill>
                  </a:tcPr>
                </a:tc>
              </a:tr>
            </a:tbl>
          </a:graphicData>
        </a:graphic>
      </p:graphicFrame>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4" name="Shape 174"/>
        <p:cNvGrpSpPr/>
        <p:nvPr/>
      </p:nvGrpSpPr>
      <p:grpSpPr>
        <a:xfrm>
          <a:off x="0" y="0"/>
          <a:ext cx="0" cy="0"/>
          <a:chOff x="0" y="0"/>
          <a:chExt cx="0" cy="0"/>
        </a:xfrm>
      </p:grpSpPr>
      <p:graphicFrame>
        <p:nvGraphicFramePr>
          <p:cNvPr id="175" name="Google Shape;175;p17"/>
          <p:cNvGraphicFramePr/>
          <p:nvPr/>
        </p:nvGraphicFramePr>
        <p:xfrm>
          <a:off x="1572825" y="750475"/>
          <a:ext cx="3000000" cy="3000000"/>
        </p:xfrm>
        <a:graphic>
          <a:graphicData uri="http://schemas.openxmlformats.org/drawingml/2006/table">
            <a:tbl>
              <a:tblPr>
                <a:noFill/>
                <a:tableStyleId>{99F3DE70-1715-4968-B29D-26007897703B}</a:tableStyleId>
              </a:tblPr>
              <a:tblGrid>
                <a:gridCol w="1257300"/>
                <a:gridCol w="5054600"/>
              </a:tblGrid>
              <a:tr h="647700">
                <a:tc>
                  <a:txBody>
                    <a:bodyPr/>
                    <a:lstStyle/>
                    <a:p>
                      <a:pPr indent="0" lvl="0" marL="0" marR="0" rtl="0" algn="l">
                        <a:lnSpc>
                          <a:spcPct val="100000"/>
                        </a:lnSpc>
                        <a:spcBef>
                          <a:spcPts val="0"/>
                        </a:spcBef>
                        <a:spcAft>
                          <a:spcPts val="0"/>
                        </a:spcAft>
                        <a:buClr>
                          <a:srgbClr val="000000"/>
                        </a:buClr>
                        <a:buSzPts val="1200"/>
                        <a:buFont typeface="Arial"/>
                        <a:buNone/>
                      </a:pPr>
                      <a:r>
                        <a:rPr b="1" lang="es-419" sz="1200" u="none" cap="none" strike="noStrike">
                          <a:latin typeface="Times New Roman"/>
                          <a:ea typeface="Times New Roman"/>
                          <a:cs typeface="Times New Roman"/>
                          <a:sym typeface="Times New Roman"/>
                        </a:rPr>
                        <a:t>Identificación</a:t>
                      </a:r>
                      <a:endParaRPr b="1" sz="1200" u="none" cap="none" strike="noStrike">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200"/>
                        <a:buFont typeface="Arial"/>
                        <a:buNone/>
                      </a:pPr>
                      <a:r>
                        <a:rPr b="1" lang="es-419" sz="1200" u="none" cap="none" strike="noStrike">
                          <a:latin typeface="Times New Roman"/>
                          <a:ea typeface="Times New Roman"/>
                          <a:cs typeface="Times New Roman"/>
                          <a:sym typeface="Times New Roman"/>
                        </a:rPr>
                        <a:t>del</a:t>
                      </a:r>
                      <a:endParaRPr b="1" sz="1200" u="none" cap="none" strike="noStrike">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200"/>
                        <a:buFont typeface="Arial"/>
                        <a:buNone/>
                      </a:pPr>
                      <a:r>
                        <a:rPr b="1" lang="es-419" sz="1200" u="none" cap="none" strike="noStrike">
                          <a:latin typeface="Times New Roman"/>
                          <a:ea typeface="Times New Roman"/>
                          <a:cs typeface="Times New Roman"/>
                          <a:sym typeface="Times New Roman"/>
                        </a:rPr>
                        <a:t>requerimiento:</a:t>
                      </a:r>
                      <a:endParaRPr b="1" sz="1200" u="none" cap="none" strike="noStrike">
                        <a:latin typeface="Times New Roman"/>
                        <a:ea typeface="Times New Roman"/>
                        <a:cs typeface="Times New Roman"/>
                        <a:sym typeface="Times New Roman"/>
                      </a:endParaRPr>
                    </a:p>
                  </a:txBody>
                  <a:tcPr marT="63500" marB="63500" marR="63500" marL="63500">
                    <a:lnL cap="flat" cmpd="sng" w="12700">
                      <a:solidFill>
                        <a:srgbClr val="B6D7A8"/>
                      </a:solidFill>
                      <a:prstDash val="solid"/>
                      <a:round/>
                      <a:headEnd len="sm" w="sm" type="none"/>
                      <a:tailEnd len="sm" w="sm" type="none"/>
                    </a:lnL>
                    <a:lnR cap="flat" cmpd="sng" w="12700">
                      <a:solidFill>
                        <a:srgbClr val="B6D7A8"/>
                      </a:solidFill>
                      <a:prstDash val="solid"/>
                      <a:round/>
                      <a:headEnd len="sm" w="sm" type="none"/>
                      <a:tailEnd len="sm" w="sm" type="none"/>
                    </a:lnR>
                    <a:lnT cap="flat" cmpd="sng" w="12700">
                      <a:solidFill>
                        <a:srgbClr val="B6D7A8"/>
                      </a:solidFill>
                      <a:prstDash val="solid"/>
                      <a:round/>
                      <a:headEnd len="sm" w="sm" type="none"/>
                      <a:tailEnd len="sm" w="sm" type="none"/>
                    </a:lnT>
                    <a:lnB cap="flat" cmpd="sng" w="12700">
                      <a:solidFill>
                        <a:srgbClr val="B6D7A8"/>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200"/>
                        <a:buFont typeface="Arial"/>
                        <a:buNone/>
                      </a:pPr>
                      <a:r>
                        <a:rPr lang="es-419" sz="1200" u="none" cap="none" strike="noStrike">
                          <a:latin typeface="Times New Roman"/>
                          <a:ea typeface="Times New Roman"/>
                          <a:cs typeface="Times New Roman"/>
                          <a:sym typeface="Times New Roman"/>
                        </a:rPr>
                        <a:t>RF02</a:t>
                      </a:r>
                      <a:endParaRPr sz="1200" u="none" cap="none" strike="noStrike">
                        <a:latin typeface="Times New Roman"/>
                        <a:ea typeface="Times New Roman"/>
                        <a:cs typeface="Times New Roman"/>
                        <a:sym typeface="Times New Roman"/>
                      </a:endParaRPr>
                    </a:p>
                  </a:txBody>
                  <a:tcPr marT="63500" marB="63500" marR="63500" marL="63500">
                    <a:lnL cap="flat" cmpd="sng" w="12700">
                      <a:solidFill>
                        <a:srgbClr val="B6D7A8"/>
                      </a:solidFill>
                      <a:prstDash val="solid"/>
                      <a:round/>
                      <a:headEnd len="sm" w="sm" type="none"/>
                      <a:tailEnd len="sm" w="sm" type="none"/>
                    </a:lnL>
                    <a:lnR cap="flat" cmpd="sng" w="12700">
                      <a:solidFill>
                        <a:srgbClr val="B6D7A8"/>
                      </a:solidFill>
                      <a:prstDash val="solid"/>
                      <a:round/>
                      <a:headEnd len="sm" w="sm" type="none"/>
                      <a:tailEnd len="sm" w="sm" type="none"/>
                    </a:lnR>
                    <a:lnT cap="flat" cmpd="sng" w="12700">
                      <a:solidFill>
                        <a:srgbClr val="B6D7A8"/>
                      </a:solidFill>
                      <a:prstDash val="solid"/>
                      <a:round/>
                      <a:headEnd len="sm" w="sm" type="none"/>
                      <a:tailEnd len="sm" w="sm" type="none"/>
                    </a:lnT>
                    <a:lnB cap="flat" cmpd="sng" w="12700">
                      <a:solidFill>
                        <a:srgbClr val="B6D7A8"/>
                      </a:solidFill>
                      <a:prstDash val="solid"/>
                      <a:round/>
                      <a:headEnd len="sm" w="sm" type="none"/>
                      <a:tailEnd len="sm" w="sm" type="none"/>
                    </a:lnB>
                  </a:tcPr>
                </a:tc>
              </a:tr>
              <a:tr h="469900">
                <a:tc>
                  <a:txBody>
                    <a:bodyPr/>
                    <a:lstStyle/>
                    <a:p>
                      <a:pPr indent="0" lvl="0" marL="0" marR="0" rtl="0" algn="l">
                        <a:lnSpc>
                          <a:spcPct val="100000"/>
                        </a:lnSpc>
                        <a:spcBef>
                          <a:spcPts val="0"/>
                        </a:spcBef>
                        <a:spcAft>
                          <a:spcPts val="0"/>
                        </a:spcAft>
                        <a:buClr>
                          <a:srgbClr val="000000"/>
                        </a:buClr>
                        <a:buSzPts val="1200"/>
                        <a:buFont typeface="Arial"/>
                        <a:buNone/>
                      </a:pPr>
                      <a:r>
                        <a:rPr b="1" lang="es-419" sz="1200" u="none" cap="none" strike="noStrike">
                          <a:latin typeface="Times New Roman"/>
                          <a:ea typeface="Times New Roman"/>
                          <a:cs typeface="Times New Roman"/>
                          <a:sym typeface="Times New Roman"/>
                        </a:rPr>
                        <a:t>Nombre del</a:t>
                      </a:r>
                      <a:endParaRPr b="1" sz="1200" u="none" cap="none" strike="noStrike">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200"/>
                        <a:buFont typeface="Arial"/>
                        <a:buNone/>
                      </a:pPr>
                      <a:r>
                        <a:rPr b="1" lang="es-419" sz="1200" u="none" cap="none" strike="noStrike">
                          <a:latin typeface="Times New Roman"/>
                          <a:ea typeface="Times New Roman"/>
                          <a:cs typeface="Times New Roman"/>
                          <a:sym typeface="Times New Roman"/>
                        </a:rPr>
                        <a:t>requerimiento:</a:t>
                      </a:r>
                      <a:endParaRPr b="1" sz="1200" u="none" cap="none" strike="noStrike">
                        <a:latin typeface="Times New Roman"/>
                        <a:ea typeface="Times New Roman"/>
                        <a:cs typeface="Times New Roman"/>
                        <a:sym typeface="Times New Roman"/>
                      </a:endParaRPr>
                    </a:p>
                  </a:txBody>
                  <a:tcPr marT="63500" marB="63500" marR="63500" marL="63500">
                    <a:lnL cap="flat" cmpd="sng" w="12700">
                      <a:solidFill>
                        <a:srgbClr val="B6D7A8"/>
                      </a:solidFill>
                      <a:prstDash val="solid"/>
                      <a:round/>
                      <a:headEnd len="sm" w="sm" type="none"/>
                      <a:tailEnd len="sm" w="sm" type="none"/>
                    </a:lnL>
                    <a:lnR cap="flat" cmpd="sng" w="12700">
                      <a:solidFill>
                        <a:srgbClr val="B6D7A8"/>
                      </a:solidFill>
                      <a:prstDash val="solid"/>
                      <a:round/>
                      <a:headEnd len="sm" w="sm" type="none"/>
                      <a:tailEnd len="sm" w="sm" type="none"/>
                    </a:lnR>
                    <a:lnT cap="flat" cmpd="sng" w="12700">
                      <a:solidFill>
                        <a:srgbClr val="B6D7A8"/>
                      </a:solidFill>
                      <a:prstDash val="solid"/>
                      <a:round/>
                      <a:headEnd len="sm" w="sm" type="none"/>
                      <a:tailEnd len="sm" w="sm" type="none"/>
                    </a:lnT>
                    <a:lnB cap="flat" cmpd="sng" w="12700">
                      <a:solidFill>
                        <a:srgbClr val="B6D7A8"/>
                      </a:solidFill>
                      <a:prstDash val="solid"/>
                      <a:round/>
                      <a:headEnd len="sm" w="sm" type="none"/>
                      <a:tailEnd len="sm" w="sm" type="none"/>
                    </a:lnB>
                    <a:solidFill>
                      <a:srgbClr val="D9EAD3"/>
                    </a:solidFill>
                  </a:tcPr>
                </a:tc>
                <a:tc>
                  <a:txBody>
                    <a:bodyPr/>
                    <a:lstStyle/>
                    <a:p>
                      <a:pPr indent="0" lvl="0" marL="0" marR="0" rtl="0" algn="l">
                        <a:lnSpc>
                          <a:spcPct val="115000"/>
                        </a:lnSpc>
                        <a:spcBef>
                          <a:spcPts val="0"/>
                        </a:spcBef>
                        <a:spcAft>
                          <a:spcPts val="0"/>
                        </a:spcAft>
                        <a:buClr>
                          <a:srgbClr val="000000"/>
                        </a:buClr>
                        <a:buSzPts val="1200"/>
                        <a:buFont typeface="Arial"/>
                        <a:buNone/>
                      </a:pPr>
                      <a:r>
                        <a:rPr b="1" lang="es-419" sz="1200" u="none" cap="none" strike="noStrike">
                          <a:latin typeface="Times New Roman"/>
                          <a:ea typeface="Times New Roman"/>
                          <a:cs typeface="Times New Roman"/>
                          <a:sym typeface="Times New Roman"/>
                        </a:rPr>
                        <a:t>Inicio de sesión</a:t>
                      </a:r>
                      <a:endParaRPr b="1" sz="900" u="none" cap="none" strike="noStrike">
                        <a:latin typeface="Times New Roman"/>
                        <a:ea typeface="Times New Roman"/>
                        <a:cs typeface="Times New Roman"/>
                        <a:sym typeface="Times New Roman"/>
                      </a:endParaRPr>
                    </a:p>
                  </a:txBody>
                  <a:tcPr marT="63500" marB="63500" marR="63500" marL="63500">
                    <a:lnL cap="flat" cmpd="sng" w="12700">
                      <a:solidFill>
                        <a:srgbClr val="B6D7A8"/>
                      </a:solidFill>
                      <a:prstDash val="solid"/>
                      <a:round/>
                      <a:headEnd len="sm" w="sm" type="none"/>
                      <a:tailEnd len="sm" w="sm" type="none"/>
                    </a:lnL>
                    <a:lnR cap="flat" cmpd="sng" w="12700">
                      <a:solidFill>
                        <a:srgbClr val="B6D7A8"/>
                      </a:solidFill>
                      <a:prstDash val="solid"/>
                      <a:round/>
                      <a:headEnd len="sm" w="sm" type="none"/>
                      <a:tailEnd len="sm" w="sm" type="none"/>
                    </a:lnR>
                    <a:lnT cap="flat" cmpd="sng" w="12700">
                      <a:solidFill>
                        <a:srgbClr val="B6D7A8"/>
                      </a:solidFill>
                      <a:prstDash val="solid"/>
                      <a:round/>
                      <a:headEnd len="sm" w="sm" type="none"/>
                      <a:tailEnd len="sm" w="sm" type="none"/>
                    </a:lnT>
                    <a:lnB cap="flat" cmpd="sng" w="12700">
                      <a:solidFill>
                        <a:srgbClr val="B6D7A8"/>
                      </a:solidFill>
                      <a:prstDash val="solid"/>
                      <a:round/>
                      <a:headEnd len="sm" w="sm" type="none"/>
                      <a:tailEnd len="sm" w="sm" type="none"/>
                    </a:lnB>
                    <a:solidFill>
                      <a:srgbClr val="D9EAD3"/>
                    </a:solidFill>
                  </a:tcPr>
                </a:tc>
              </a:tr>
              <a:tr h="304800">
                <a:tc>
                  <a:txBody>
                    <a:bodyPr/>
                    <a:lstStyle/>
                    <a:p>
                      <a:pPr indent="0" lvl="0" marL="0" marR="0" rtl="0" algn="l">
                        <a:lnSpc>
                          <a:spcPct val="100000"/>
                        </a:lnSpc>
                        <a:spcBef>
                          <a:spcPts val="0"/>
                        </a:spcBef>
                        <a:spcAft>
                          <a:spcPts val="0"/>
                        </a:spcAft>
                        <a:buClr>
                          <a:srgbClr val="000000"/>
                        </a:buClr>
                        <a:buSzPts val="1200"/>
                        <a:buFont typeface="Arial"/>
                        <a:buNone/>
                      </a:pPr>
                      <a:r>
                        <a:rPr b="1" lang="es-419" sz="1200" u="none" cap="none" strike="noStrike">
                          <a:latin typeface="Times New Roman"/>
                          <a:ea typeface="Times New Roman"/>
                          <a:cs typeface="Times New Roman"/>
                          <a:sym typeface="Times New Roman"/>
                        </a:rPr>
                        <a:t>Características:</a:t>
                      </a:r>
                      <a:endParaRPr b="1" sz="1200" u="none" cap="none" strike="noStrike">
                        <a:latin typeface="Times New Roman"/>
                        <a:ea typeface="Times New Roman"/>
                        <a:cs typeface="Times New Roman"/>
                        <a:sym typeface="Times New Roman"/>
                      </a:endParaRPr>
                    </a:p>
                  </a:txBody>
                  <a:tcPr marT="63500" marB="63500" marR="63500" marL="63500">
                    <a:lnL cap="flat" cmpd="sng" w="12700">
                      <a:solidFill>
                        <a:srgbClr val="B6D7A8"/>
                      </a:solidFill>
                      <a:prstDash val="solid"/>
                      <a:round/>
                      <a:headEnd len="sm" w="sm" type="none"/>
                      <a:tailEnd len="sm" w="sm" type="none"/>
                    </a:lnL>
                    <a:lnR cap="flat" cmpd="sng" w="12700">
                      <a:solidFill>
                        <a:srgbClr val="B6D7A8"/>
                      </a:solidFill>
                      <a:prstDash val="solid"/>
                      <a:round/>
                      <a:headEnd len="sm" w="sm" type="none"/>
                      <a:tailEnd len="sm" w="sm" type="none"/>
                    </a:lnR>
                    <a:lnT cap="flat" cmpd="sng" w="12700">
                      <a:solidFill>
                        <a:srgbClr val="B6D7A8"/>
                      </a:solidFill>
                      <a:prstDash val="solid"/>
                      <a:round/>
                      <a:headEnd len="sm" w="sm" type="none"/>
                      <a:tailEnd len="sm" w="sm" type="none"/>
                    </a:lnT>
                    <a:lnB cap="flat" cmpd="sng" w="12700">
                      <a:solidFill>
                        <a:srgbClr val="B6D7A8"/>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200"/>
                        <a:buFont typeface="Arial"/>
                        <a:buNone/>
                      </a:pPr>
                      <a:r>
                        <a:rPr lang="es-419" sz="1200" u="none" cap="none" strike="noStrike">
                          <a:latin typeface="Times New Roman"/>
                          <a:ea typeface="Times New Roman"/>
                          <a:cs typeface="Times New Roman"/>
                          <a:sym typeface="Times New Roman"/>
                        </a:rPr>
                        <a:t>El formulario de inicio de sesión debe estar accesible desde la pantalla principal de la aplicación o sitio web.</a:t>
                      </a:r>
                      <a:endParaRPr sz="1200" u="none" cap="none" strike="noStrike">
                        <a:latin typeface="Times New Roman"/>
                        <a:ea typeface="Times New Roman"/>
                        <a:cs typeface="Times New Roman"/>
                        <a:sym typeface="Times New Roman"/>
                      </a:endParaRPr>
                    </a:p>
                  </a:txBody>
                  <a:tcPr marT="63500" marB="63500" marR="63500" marL="63500">
                    <a:lnL cap="flat" cmpd="sng" w="12700">
                      <a:solidFill>
                        <a:srgbClr val="B6D7A8"/>
                      </a:solidFill>
                      <a:prstDash val="solid"/>
                      <a:round/>
                      <a:headEnd len="sm" w="sm" type="none"/>
                      <a:tailEnd len="sm" w="sm" type="none"/>
                    </a:lnL>
                    <a:lnR cap="flat" cmpd="sng" w="12700">
                      <a:solidFill>
                        <a:srgbClr val="B6D7A8"/>
                      </a:solidFill>
                      <a:prstDash val="solid"/>
                      <a:round/>
                      <a:headEnd len="sm" w="sm" type="none"/>
                      <a:tailEnd len="sm" w="sm" type="none"/>
                    </a:lnR>
                    <a:lnT cap="flat" cmpd="sng" w="12700">
                      <a:solidFill>
                        <a:srgbClr val="B6D7A8"/>
                      </a:solidFill>
                      <a:prstDash val="solid"/>
                      <a:round/>
                      <a:headEnd len="sm" w="sm" type="none"/>
                      <a:tailEnd len="sm" w="sm" type="none"/>
                    </a:lnT>
                    <a:lnB cap="flat" cmpd="sng" w="12700">
                      <a:solidFill>
                        <a:srgbClr val="B6D7A8"/>
                      </a:solidFill>
                      <a:prstDash val="solid"/>
                      <a:round/>
                      <a:headEnd len="sm" w="sm" type="none"/>
                      <a:tailEnd len="sm" w="sm" type="none"/>
                    </a:lnB>
                  </a:tcPr>
                </a:tc>
              </a:tr>
              <a:tr h="469900">
                <a:tc>
                  <a:txBody>
                    <a:bodyPr/>
                    <a:lstStyle/>
                    <a:p>
                      <a:pPr indent="0" lvl="0" marL="0" marR="0" rtl="0" algn="l">
                        <a:lnSpc>
                          <a:spcPct val="100000"/>
                        </a:lnSpc>
                        <a:spcBef>
                          <a:spcPts val="0"/>
                        </a:spcBef>
                        <a:spcAft>
                          <a:spcPts val="0"/>
                        </a:spcAft>
                        <a:buClr>
                          <a:srgbClr val="000000"/>
                        </a:buClr>
                        <a:buSzPts val="1200"/>
                        <a:buFont typeface="Arial"/>
                        <a:buNone/>
                      </a:pPr>
                      <a:r>
                        <a:rPr b="1" lang="es-419" sz="1200" u="none" cap="none" strike="noStrike">
                          <a:latin typeface="Times New Roman"/>
                          <a:ea typeface="Times New Roman"/>
                          <a:cs typeface="Times New Roman"/>
                          <a:sym typeface="Times New Roman"/>
                        </a:rPr>
                        <a:t>Descripción del</a:t>
                      </a:r>
                      <a:endParaRPr b="1" sz="1200" u="none" cap="none" strike="noStrike">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200"/>
                        <a:buFont typeface="Arial"/>
                        <a:buNone/>
                      </a:pPr>
                      <a:r>
                        <a:rPr b="1" lang="es-419" sz="1200" u="none" cap="none" strike="noStrike">
                          <a:latin typeface="Times New Roman"/>
                          <a:ea typeface="Times New Roman"/>
                          <a:cs typeface="Times New Roman"/>
                          <a:sym typeface="Times New Roman"/>
                        </a:rPr>
                        <a:t>requerimiento:</a:t>
                      </a:r>
                      <a:endParaRPr b="1" sz="1200" u="none" cap="none" strike="noStrike">
                        <a:latin typeface="Times New Roman"/>
                        <a:ea typeface="Times New Roman"/>
                        <a:cs typeface="Times New Roman"/>
                        <a:sym typeface="Times New Roman"/>
                      </a:endParaRPr>
                    </a:p>
                  </a:txBody>
                  <a:tcPr marT="63500" marB="63500" marR="63500" marL="63500">
                    <a:lnL cap="flat" cmpd="sng" w="12700">
                      <a:solidFill>
                        <a:srgbClr val="B6D7A8"/>
                      </a:solidFill>
                      <a:prstDash val="solid"/>
                      <a:round/>
                      <a:headEnd len="sm" w="sm" type="none"/>
                      <a:tailEnd len="sm" w="sm" type="none"/>
                    </a:lnL>
                    <a:lnR cap="flat" cmpd="sng" w="12700">
                      <a:solidFill>
                        <a:srgbClr val="B6D7A8"/>
                      </a:solidFill>
                      <a:prstDash val="solid"/>
                      <a:round/>
                      <a:headEnd len="sm" w="sm" type="none"/>
                      <a:tailEnd len="sm" w="sm" type="none"/>
                    </a:lnR>
                    <a:lnT cap="flat" cmpd="sng" w="12700">
                      <a:solidFill>
                        <a:srgbClr val="B6D7A8"/>
                      </a:solidFill>
                      <a:prstDash val="solid"/>
                      <a:round/>
                      <a:headEnd len="sm" w="sm" type="none"/>
                      <a:tailEnd len="sm" w="sm" type="none"/>
                    </a:lnT>
                    <a:lnB cap="flat" cmpd="sng" w="12700">
                      <a:solidFill>
                        <a:srgbClr val="B6D7A8"/>
                      </a:solidFill>
                      <a:prstDash val="solid"/>
                      <a:round/>
                      <a:headEnd len="sm" w="sm" type="none"/>
                      <a:tailEnd len="sm" w="sm" type="none"/>
                    </a:lnB>
                    <a:solidFill>
                      <a:srgbClr val="D9EAD3"/>
                    </a:solidFill>
                  </a:tcPr>
                </a:tc>
                <a:tc>
                  <a:txBody>
                    <a:bodyPr/>
                    <a:lstStyle/>
                    <a:p>
                      <a:pPr indent="0" lvl="0" marL="0" marR="0" rtl="0" algn="l">
                        <a:lnSpc>
                          <a:spcPct val="115000"/>
                        </a:lnSpc>
                        <a:spcBef>
                          <a:spcPts val="0"/>
                        </a:spcBef>
                        <a:spcAft>
                          <a:spcPts val="0"/>
                        </a:spcAft>
                        <a:buClr>
                          <a:srgbClr val="000000"/>
                        </a:buClr>
                        <a:buSzPts val="1100"/>
                        <a:buFont typeface="Arial"/>
                        <a:buNone/>
                      </a:pPr>
                      <a:r>
                        <a:rPr lang="es-419" sz="1100" u="none" cap="none" strike="noStrike">
                          <a:latin typeface="Times New Roman"/>
                          <a:ea typeface="Times New Roman"/>
                          <a:cs typeface="Times New Roman"/>
                          <a:sym typeface="Times New Roman"/>
                        </a:rPr>
                        <a:t>El sistema debe permitir que los usuarios registrados puedan acceder a su cuenta introduciendo su correo electrónico y contraseña en un formulario de autenticación, validando las credenciales y redirigiendo según su rol.</a:t>
                      </a:r>
                      <a:endParaRPr sz="1200" u="none" cap="none" strike="noStrike">
                        <a:latin typeface="Times New Roman"/>
                        <a:ea typeface="Times New Roman"/>
                        <a:cs typeface="Times New Roman"/>
                        <a:sym typeface="Times New Roman"/>
                      </a:endParaRPr>
                    </a:p>
                  </a:txBody>
                  <a:tcPr marT="63500" marB="63500" marR="63500" marL="63500">
                    <a:lnL cap="flat" cmpd="sng" w="12700">
                      <a:solidFill>
                        <a:srgbClr val="B6D7A8"/>
                      </a:solidFill>
                      <a:prstDash val="solid"/>
                      <a:round/>
                      <a:headEnd len="sm" w="sm" type="none"/>
                      <a:tailEnd len="sm" w="sm" type="none"/>
                    </a:lnL>
                    <a:lnR cap="flat" cmpd="sng" w="12700">
                      <a:solidFill>
                        <a:srgbClr val="B6D7A8"/>
                      </a:solidFill>
                      <a:prstDash val="solid"/>
                      <a:round/>
                      <a:headEnd len="sm" w="sm" type="none"/>
                      <a:tailEnd len="sm" w="sm" type="none"/>
                    </a:lnR>
                    <a:lnT cap="flat" cmpd="sng" w="12700">
                      <a:solidFill>
                        <a:srgbClr val="B6D7A8"/>
                      </a:solidFill>
                      <a:prstDash val="solid"/>
                      <a:round/>
                      <a:headEnd len="sm" w="sm" type="none"/>
                      <a:tailEnd len="sm" w="sm" type="none"/>
                    </a:lnT>
                    <a:lnB cap="flat" cmpd="sng" w="12700">
                      <a:solidFill>
                        <a:srgbClr val="B6D7A8"/>
                      </a:solidFill>
                      <a:prstDash val="solid"/>
                      <a:round/>
                      <a:headEnd len="sm" w="sm" type="none"/>
                      <a:tailEnd len="sm" w="sm" type="none"/>
                    </a:lnB>
                    <a:solidFill>
                      <a:srgbClr val="D9EAD3"/>
                    </a:solidFill>
                  </a:tcPr>
                </a:tc>
              </a:tr>
              <a:tr h="469900">
                <a:tc>
                  <a:txBody>
                    <a:bodyPr/>
                    <a:lstStyle/>
                    <a:p>
                      <a:pPr indent="0" lvl="0" marL="0" marR="0" rtl="0" algn="l">
                        <a:lnSpc>
                          <a:spcPct val="100000"/>
                        </a:lnSpc>
                        <a:spcBef>
                          <a:spcPts val="0"/>
                        </a:spcBef>
                        <a:spcAft>
                          <a:spcPts val="0"/>
                        </a:spcAft>
                        <a:buClr>
                          <a:srgbClr val="000000"/>
                        </a:buClr>
                        <a:buSzPts val="1200"/>
                        <a:buFont typeface="Arial"/>
                        <a:buNone/>
                      </a:pPr>
                      <a:r>
                        <a:rPr b="1" lang="es-419" sz="1200" u="none" cap="none" strike="noStrike">
                          <a:latin typeface="Times New Roman"/>
                          <a:ea typeface="Times New Roman"/>
                          <a:cs typeface="Times New Roman"/>
                          <a:sym typeface="Times New Roman"/>
                        </a:rPr>
                        <a:t>Requerimientos</a:t>
                      </a:r>
                      <a:endParaRPr b="1" sz="1200" u="none" cap="none" strike="noStrike">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200"/>
                        <a:buFont typeface="Arial"/>
                        <a:buNone/>
                      </a:pPr>
                      <a:r>
                        <a:rPr b="1" lang="es-419" sz="1200" u="none" cap="none" strike="noStrike">
                          <a:latin typeface="Times New Roman"/>
                          <a:ea typeface="Times New Roman"/>
                          <a:cs typeface="Times New Roman"/>
                          <a:sym typeface="Times New Roman"/>
                        </a:rPr>
                        <a:t>no funcionales:</a:t>
                      </a:r>
                      <a:endParaRPr b="1" sz="1200" u="none" cap="none" strike="noStrike">
                        <a:latin typeface="Times New Roman"/>
                        <a:ea typeface="Times New Roman"/>
                        <a:cs typeface="Times New Roman"/>
                        <a:sym typeface="Times New Roman"/>
                      </a:endParaRPr>
                    </a:p>
                  </a:txBody>
                  <a:tcPr marT="63500" marB="63500" marR="63500" marL="63500">
                    <a:lnL cap="flat" cmpd="sng" w="12700">
                      <a:solidFill>
                        <a:srgbClr val="B6D7A8"/>
                      </a:solidFill>
                      <a:prstDash val="solid"/>
                      <a:round/>
                      <a:headEnd len="sm" w="sm" type="none"/>
                      <a:tailEnd len="sm" w="sm" type="none"/>
                    </a:lnL>
                    <a:lnR cap="flat" cmpd="sng" w="12700">
                      <a:solidFill>
                        <a:srgbClr val="B6D7A8"/>
                      </a:solidFill>
                      <a:prstDash val="solid"/>
                      <a:round/>
                      <a:headEnd len="sm" w="sm" type="none"/>
                      <a:tailEnd len="sm" w="sm" type="none"/>
                    </a:lnR>
                    <a:lnT cap="flat" cmpd="sng" w="12700">
                      <a:solidFill>
                        <a:srgbClr val="B6D7A8"/>
                      </a:solidFill>
                      <a:prstDash val="solid"/>
                      <a:round/>
                      <a:headEnd len="sm" w="sm" type="none"/>
                      <a:tailEnd len="sm" w="sm" type="none"/>
                    </a:lnT>
                    <a:lnB cap="flat" cmpd="sng" w="12700">
                      <a:solidFill>
                        <a:srgbClr val="B6D7A8"/>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200"/>
                        <a:buFont typeface="Arial"/>
                        <a:buNone/>
                      </a:pPr>
                      <a:r>
                        <a:rPr lang="es-419" sz="1200" u="none" cap="none" strike="noStrike">
                          <a:latin typeface="Times New Roman"/>
                          <a:ea typeface="Times New Roman"/>
                          <a:cs typeface="Times New Roman"/>
                          <a:sym typeface="Times New Roman"/>
                        </a:rPr>
                        <a:t>❖ RNF08</a:t>
                      </a:r>
                      <a:endParaRPr sz="1200" u="none" cap="none" strike="noStrike">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200"/>
                        <a:buFont typeface="Arial"/>
                        <a:buNone/>
                      </a:pPr>
                      <a:r>
                        <a:rPr lang="es-419" sz="1200" u="none" cap="none" strike="noStrike">
                          <a:latin typeface="Times New Roman"/>
                          <a:ea typeface="Times New Roman"/>
                          <a:cs typeface="Times New Roman"/>
                          <a:sym typeface="Times New Roman"/>
                        </a:rPr>
                        <a:t>❖ RNF03</a:t>
                      </a:r>
                      <a:endParaRPr sz="1200" u="none" cap="none" strike="noStrike">
                        <a:latin typeface="Times New Roman"/>
                        <a:ea typeface="Times New Roman"/>
                        <a:cs typeface="Times New Roman"/>
                        <a:sym typeface="Times New Roman"/>
                      </a:endParaRPr>
                    </a:p>
                  </a:txBody>
                  <a:tcPr marT="63500" marB="63500" marR="63500" marL="63500">
                    <a:lnL cap="flat" cmpd="sng" w="12700">
                      <a:solidFill>
                        <a:srgbClr val="B6D7A8"/>
                      </a:solidFill>
                      <a:prstDash val="solid"/>
                      <a:round/>
                      <a:headEnd len="sm" w="sm" type="none"/>
                      <a:tailEnd len="sm" w="sm" type="none"/>
                    </a:lnL>
                    <a:lnR cap="flat" cmpd="sng" w="12700">
                      <a:solidFill>
                        <a:srgbClr val="B6D7A8"/>
                      </a:solidFill>
                      <a:prstDash val="solid"/>
                      <a:round/>
                      <a:headEnd len="sm" w="sm" type="none"/>
                      <a:tailEnd len="sm" w="sm" type="none"/>
                    </a:lnR>
                    <a:lnT cap="flat" cmpd="sng" w="12700">
                      <a:solidFill>
                        <a:srgbClr val="B6D7A8"/>
                      </a:solidFill>
                      <a:prstDash val="solid"/>
                      <a:round/>
                      <a:headEnd len="sm" w="sm" type="none"/>
                      <a:tailEnd len="sm" w="sm" type="none"/>
                    </a:lnT>
                    <a:lnB cap="flat" cmpd="sng" w="12700">
                      <a:solidFill>
                        <a:srgbClr val="B6D7A8"/>
                      </a:solidFill>
                      <a:prstDash val="solid"/>
                      <a:round/>
                      <a:headEnd len="sm" w="sm" type="none"/>
                      <a:tailEnd len="sm" w="sm" type="none"/>
                    </a:lnB>
                  </a:tcPr>
                </a:tc>
              </a:tr>
              <a:tr h="469900">
                <a:tc>
                  <a:txBody>
                    <a:bodyPr/>
                    <a:lstStyle/>
                    <a:p>
                      <a:pPr indent="0" lvl="0" marL="0" marR="0" rtl="0" algn="l">
                        <a:lnSpc>
                          <a:spcPct val="100000"/>
                        </a:lnSpc>
                        <a:spcBef>
                          <a:spcPts val="0"/>
                        </a:spcBef>
                        <a:spcAft>
                          <a:spcPts val="0"/>
                        </a:spcAft>
                        <a:buClr>
                          <a:srgbClr val="000000"/>
                        </a:buClr>
                        <a:buSzPts val="1200"/>
                        <a:buFont typeface="Arial"/>
                        <a:buNone/>
                      </a:pPr>
                      <a:r>
                        <a:rPr b="1" lang="es-419" sz="1200" u="none" cap="none" strike="noStrike">
                          <a:latin typeface="Times New Roman"/>
                          <a:ea typeface="Times New Roman"/>
                          <a:cs typeface="Times New Roman"/>
                          <a:sym typeface="Times New Roman"/>
                        </a:rPr>
                        <a:t>Prioridad de</a:t>
                      </a:r>
                      <a:endParaRPr b="1" sz="1200" u="none" cap="none" strike="noStrike">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200"/>
                        <a:buFont typeface="Arial"/>
                        <a:buNone/>
                      </a:pPr>
                      <a:r>
                        <a:rPr b="1" lang="es-419" sz="1200" u="none" cap="none" strike="noStrike">
                          <a:latin typeface="Times New Roman"/>
                          <a:ea typeface="Times New Roman"/>
                          <a:cs typeface="Times New Roman"/>
                          <a:sym typeface="Times New Roman"/>
                        </a:rPr>
                        <a:t>requerimiento:</a:t>
                      </a:r>
                      <a:endParaRPr b="1" sz="1200" u="none" cap="none" strike="noStrike">
                        <a:latin typeface="Times New Roman"/>
                        <a:ea typeface="Times New Roman"/>
                        <a:cs typeface="Times New Roman"/>
                        <a:sym typeface="Times New Roman"/>
                      </a:endParaRPr>
                    </a:p>
                  </a:txBody>
                  <a:tcPr marT="63500" marB="63500" marR="63500" marL="63500">
                    <a:lnL cap="flat" cmpd="sng" w="12700">
                      <a:solidFill>
                        <a:srgbClr val="B6D7A8"/>
                      </a:solidFill>
                      <a:prstDash val="solid"/>
                      <a:round/>
                      <a:headEnd len="sm" w="sm" type="none"/>
                      <a:tailEnd len="sm" w="sm" type="none"/>
                    </a:lnL>
                    <a:lnR cap="flat" cmpd="sng" w="12700">
                      <a:solidFill>
                        <a:srgbClr val="B6D7A8"/>
                      </a:solidFill>
                      <a:prstDash val="solid"/>
                      <a:round/>
                      <a:headEnd len="sm" w="sm" type="none"/>
                      <a:tailEnd len="sm" w="sm" type="none"/>
                    </a:lnR>
                    <a:lnT cap="flat" cmpd="sng" w="12700">
                      <a:solidFill>
                        <a:srgbClr val="B6D7A8"/>
                      </a:solidFill>
                      <a:prstDash val="solid"/>
                      <a:round/>
                      <a:headEnd len="sm" w="sm" type="none"/>
                      <a:tailEnd len="sm" w="sm" type="none"/>
                    </a:lnT>
                    <a:lnB cap="flat" cmpd="sng" w="12700">
                      <a:solidFill>
                        <a:srgbClr val="B6D7A8"/>
                      </a:solidFill>
                      <a:prstDash val="solid"/>
                      <a:round/>
                      <a:headEnd len="sm" w="sm" type="none"/>
                      <a:tailEnd len="sm" w="sm" type="none"/>
                    </a:lnB>
                    <a:solidFill>
                      <a:srgbClr val="D9EAD3"/>
                    </a:solidFill>
                  </a:tcPr>
                </a:tc>
                <a:tc>
                  <a:txBody>
                    <a:bodyPr/>
                    <a:lstStyle/>
                    <a:p>
                      <a:pPr indent="0" lvl="0" marL="0" marR="0" rtl="0" algn="l">
                        <a:lnSpc>
                          <a:spcPct val="100000"/>
                        </a:lnSpc>
                        <a:spcBef>
                          <a:spcPts val="0"/>
                        </a:spcBef>
                        <a:spcAft>
                          <a:spcPts val="0"/>
                        </a:spcAft>
                        <a:buClr>
                          <a:srgbClr val="000000"/>
                        </a:buClr>
                        <a:buSzPts val="1200"/>
                        <a:buFont typeface="Arial"/>
                        <a:buNone/>
                      </a:pPr>
                      <a:r>
                        <a:rPr lang="es-419" sz="1200" u="none" cap="none" strike="noStrike">
                          <a:latin typeface="Times New Roman"/>
                          <a:ea typeface="Times New Roman"/>
                          <a:cs typeface="Times New Roman"/>
                          <a:sym typeface="Times New Roman"/>
                        </a:rPr>
                        <a:t>Alta</a:t>
                      </a:r>
                      <a:endParaRPr sz="1200" u="none" cap="none" strike="noStrike">
                        <a:latin typeface="Times New Roman"/>
                        <a:ea typeface="Times New Roman"/>
                        <a:cs typeface="Times New Roman"/>
                        <a:sym typeface="Times New Roman"/>
                      </a:endParaRPr>
                    </a:p>
                  </a:txBody>
                  <a:tcPr marT="63500" marB="63500" marR="63500" marL="63500">
                    <a:lnL cap="flat" cmpd="sng" w="12700">
                      <a:solidFill>
                        <a:srgbClr val="B6D7A8"/>
                      </a:solidFill>
                      <a:prstDash val="solid"/>
                      <a:round/>
                      <a:headEnd len="sm" w="sm" type="none"/>
                      <a:tailEnd len="sm" w="sm" type="none"/>
                    </a:lnL>
                    <a:lnR cap="flat" cmpd="sng" w="12700">
                      <a:solidFill>
                        <a:srgbClr val="B6D7A8"/>
                      </a:solidFill>
                      <a:prstDash val="solid"/>
                      <a:round/>
                      <a:headEnd len="sm" w="sm" type="none"/>
                      <a:tailEnd len="sm" w="sm" type="none"/>
                    </a:lnR>
                    <a:lnT cap="flat" cmpd="sng" w="12700">
                      <a:solidFill>
                        <a:srgbClr val="B6D7A8"/>
                      </a:solidFill>
                      <a:prstDash val="solid"/>
                      <a:round/>
                      <a:headEnd len="sm" w="sm" type="none"/>
                      <a:tailEnd len="sm" w="sm" type="none"/>
                    </a:lnT>
                    <a:lnB cap="flat" cmpd="sng" w="12700">
                      <a:solidFill>
                        <a:srgbClr val="B6D7A8"/>
                      </a:solidFill>
                      <a:prstDash val="solid"/>
                      <a:round/>
                      <a:headEnd len="sm" w="sm" type="none"/>
                      <a:tailEnd len="sm" w="sm" type="none"/>
                    </a:lnB>
                    <a:solidFill>
                      <a:srgbClr val="D9EAD3"/>
                    </a:solidFill>
                  </a:tcPr>
                </a:tc>
              </a:tr>
            </a:tbl>
          </a:graphicData>
        </a:graphic>
      </p:graphicFrame>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9" name="Shape 179"/>
        <p:cNvGrpSpPr/>
        <p:nvPr/>
      </p:nvGrpSpPr>
      <p:grpSpPr>
        <a:xfrm>
          <a:off x="0" y="0"/>
          <a:ext cx="0" cy="0"/>
          <a:chOff x="0" y="0"/>
          <a:chExt cx="0" cy="0"/>
        </a:xfrm>
      </p:grpSpPr>
      <p:graphicFrame>
        <p:nvGraphicFramePr>
          <p:cNvPr id="180" name="Google Shape;180;p18"/>
          <p:cNvGraphicFramePr/>
          <p:nvPr/>
        </p:nvGraphicFramePr>
        <p:xfrm>
          <a:off x="1416050" y="690675"/>
          <a:ext cx="3000000" cy="3000000"/>
        </p:xfrm>
        <a:graphic>
          <a:graphicData uri="http://schemas.openxmlformats.org/drawingml/2006/table">
            <a:tbl>
              <a:tblPr>
                <a:noFill/>
                <a:tableStyleId>{99F3DE70-1715-4968-B29D-26007897703B}</a:tableStyleId>
              </a:tblPr>
              <a:tblGrid>
                <a:gridCol w="1257300"/>
                <a:gridCol w="5054600"/>
              </a:tblGrid>
              <a:tr h="647700">
                <a:tc>
                  <a:txBody>
                    <a:bodyPr/>
                    <a:lstStyle/>
                    <a:p>
                      <a:pPr indent="0" lvl="0" marL="0" marR="0" rtl="0" algn="l">
                        <a:lnSpc>
                          <a:spcPct val="100000"/>
                        </a:lnSpc>
                        <a:spcBef>
                          <a:spcPts val="0"/>
                        </a:spcBef>
                        <a:spcAft>
                          <a:spcPts val="0"/>
                        </a:spcAft>
                        <a:buClr>
                          <a:srgbClr val="000000"/>
                        </a:buClr>
                        <a:buSzPts val="1200"/>
                        <a:buFont typeface="Arial"/>
                        <a:buNone/>
                      </a:pPr>
                      <a:r>
                        <a:rPr b="1" lang="es-419" sz="1200" u="none" cap="none" strike="noStrike">
                          <a:latin typeface="Times New Roman"/>
                          <a:ea typeface="Times New Roman"/>
                          <a:cs typeface="Times New Roman"/>
                          <a:sym typeface="Times New Roman"/>
                        </a:rPr>
                        <a:t>Identificación</a:t>
                      </a:r>
                      <a:endParaRPr b="1" sz="1200" u="none" cap="none" strike="noStrike">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200"/>
                        <a:buFont typeface="Arial"/>
                        <a:buNone/>
                      </a:pPr>
                      <a:r>
                        <a:rPr b="1" lang="es-419" sz="1200" u="none" cap="none" strike="noStrike">
                          <a:latin typeface="Times New Roman"/>
                          <a:ea typeface="Times New Roman"/>
                          <a:cs typeface="Times New Roman"/>
                          <a:sym typeface="Times New Roman"/>
                        </a:rPr>
                        <a:t>del</a:t>
                      </a:r>
                      <a:endParaRPr b="1" sz="1200" u="none" cap="none" strike="noStrike">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200"/>
                        <a:buFont typeface="Arial"/>
                        <a:buNone/>
                      </a:pPr>
                      <a:r>
                        <a:rPr b="1" lang="es-419" sz="1200" u="none" cap="none" strike="noStrike">
                          <a:latin typeface="Times New Roman"/>
                          <a:ea typeface="Times New Roman"/>
                          <a:cs typeface="Times New Roman"/>
                          <a:sym typeface="Times New Roman"/>
                        </a:rPr>
                        <a:t>requerimiento:</a:t>
                      </a:r>
                      <a:endParaRPr b="1" sz="1200" u="none" cap="none" strike="noStrike">
                        <a:latin typeface="Times New Roman"/>
                        <a:ea typeface="Times New Roman"/>
                        <a:cs typeface="Times New Roman"/>
                        <a:sym typeface="Times New Roman"/>
                      </a:endParaRPr>
                    </a:p>
                  </a:txBody>
                  <a:tcPr marT="63500" marB="63500" marR="63500" marL="63500">
                    <a:lnL cap="flat" cmpd="sng" w="12700">
                      <a:solidFill>
                        <a:srgbClr val="B6D7A8"/>
                      </a:solidFill>
                      <a:prstDash val="solid"/>
                      <a:round/>
                      <a:headEnd len="sm" w="sm" type="none"/>
                      <a:tailEnd len="sm" w="sm" type="none"/>
                    </a:lnL>
                    <a:lnR cap="flat" cmpd="sng" w="12700">
                      <a:solidFill>
                        <a:srgbClr val="B6D7A8"/>
                      </a:solidFill>
                      <a:prstDash val="solid"/>
                      <a:round/>
                      <a:headEnd len="sm" w="sm" type="none"/>
                      <a:tailEnd len="sm" w="sm" type="none"/>
                    </a:lnR>
                    <a:lnT cap="flat" cmpd="sng" w="12700">
                      <a:solidFill>
                        <a:srgbClr val="B6D7A8"/>
                      </a:solidFill>
                      <a:prstDash val="solid"/>
                      <a:round/>
                      <a:headEnd len="sm" w="sm" type="none"/>
                      <a:tailEnd len="sm" w="sm" type="none"/>
                    </a:lnT>
                    <a:lnB cap="flat" cmpd="sng" w="12700">
                      <a:solidFill>
                        <a:srgbClr val="B6D7A8"/>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200"/>
                        <a:buFont typeface="Arial"/>
                        <a:buNone/>
                      </a:pPr>
                      <a:r>
                        <a:rPr lang="es-419" sz="1200" u="none" cap="none" strike="noStrike">
                          <a:latin typeface="Times New Roman"/>
                          <a:ea typeface="Times New Roman"/>
                          <a:cs typeface="Times New Roman"/>
                          <a:sym typeface="Times New Roman"/>
                        </a:rPr>
                        <a:t>RF03</a:t>
                      </a:r>
                      <a:endParaRPr sz="1200" u="none" cap="none" strike="noStrike">
                        <a:latin typeface="Times New Roman"/>
                        <a:ea typeface="Times New Roman"/>
                        <a:cs typeface="Times New Roman"/>
                        <a:sym typeface="Times New Roman"/>
                      </a:endParaRPr>
                    </a:p>
                  </a:txBody>
                  <a:tcPr marT="63500" marB="63500" marR="63500" marL="63500">
                    <a:lnL cap="flat" cmpd="sng" w="12700">
                      <a:solidFill>
                        <a:srgbClr val="B6D7A8"/>
                      </a:solidFill>
                      <a:prstDash val="solid"/>
                      <a:round/>
                      <a:headEnd len="sm" w="sm" type="none"/>
                      <a:tailEnd len="sm" w="sm" type="none"/>
                    </a:lnL>
                    <a:lnR cap="flat" cmpd="sng" w="12700">
                      <a:solidFill>
                        <a:srgbClr val="B6D7A8"/>
                      </a:solidFill>
                      <a:prstDash val="solid"/>
                      <a:round/>
                      <a:headEnd len="sm" w="sm" type="none"/>
                      <a:tailEnd len="sm" w="sm" type="none"/>
                    </a:lnR>
                    <a:lnT cap="flat" cmpd="sng" w="12700">
                      <a:solidFill>
                        <a:srgbClr val="B6D7A8"/>
                      </a:solidFill>
                      <a:prstDash val="solid"/>
                      <a:round/>
                      <a:headEnd len="sm" w="sm" type="none"/>
                      <a:tailEnd len="sm" w="sm" type="none"/>
                    </a:lnT>
                    <a:lnB cap="flat" cmpd="sng" w="12700">
                      <a:solidFill>
                        <a:srgbClr val="B6D7A8"/>
                      </a:solidFill>
                      <a:prstDash val="solid"/>
                      <a:round/>
                      <a:headEnd len="sm" w="sm" type="none"/>
                      <a:tailEnd len="sm" w="sm" type="none"/>
                    </a:lnB>
                  </a:tcPr>
                </a:tc>
              </a:tr>
              <a:tr h="495300">
                <a:tc>
                  <a:txBody>
                    <a:bodyPr/>
                    <a:lstStyle/>
                    <a:p>
                      <a:pPr indent="0" lvl="0" marL="0" marR="0" rtl="0" algn="l">
                        <a:lnSpc>
                          <a:spcPct val="100000"/>
                        </a:lnSpc>
                        <a:spcBef>
                          <a:spcPts val="0"/>
                        </a:spcBef>
                        <a:spcAft>
                          <a:spcPts val="0"/>
                        </a:spcAft>
                        <a:buClr>
                          <a:srgbClr val="000000"/>
                        </a:buClr>
                        <a:buSzPts val="1200"/>
                        <a:buFont typeface="Arial"/>
                        <a:buNone/>
                      </a:pPr>
                      <a:r>
                        <a:rPr b="1" lang="es-419" sz="1200" u="none" cap="none" strike="noStrike">
                          <a:latin typeface="Times New Roman"/>
                          <a:ea typeface="Times New Roman"/>
                          <a:cs typeface="Times New Roman"/>
                          <a:sym typeface="Times New Roman"/>
                        </a:rPr>
                        <a:t>Nombre del</a:t>
                      </a:r>
                      <a:endParaRPr b="1" sz="1200" u="none" cap="none" strike="noStrike">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200"/>
                        <a:buFont typeface="Arial"/>
                        <a:buNone/>
                      </a:pPr>
                      <a:r>
                        <a:rPr b="1" lang="es-419" sz="1200" u="none" cap="none" strike="noStrike">
                          <a:latin typeface="Times New Roman"/>
                          <a:ea typeface="Times New Roman"/>
                          <a:cs typeface="Times New Roman"/>
                          <a:sym typeface="Times New Roman"/>
                        </a:rPr>
                        <a:t>requerimiento:</a:t>
                      </a:r>
                      <a:endParaRPr b="1" sz="1200" u="none" cap="none" strike="noStrike">
                        <a:latin typeface="Times New Roman"/>
                        <a:ea typeface="Times New Roman"/>
                        <a:cs typeface="Times New Roman"/>
                        <a:sym typeface="Times New Roman"/>
                      </a:endParaRPr>
                    </a:p>
                  </a:txBody>
                  <a:tcPr marT="63500" marB="63500" marR="63500" marL="63500">
                    <a:lnL cap="flat" cmpd="sng" w="12700">
                      <a:solidFill>
                        <a:srgbClr val="B6D7A8"/>
                      </a:solidFill>
                      <a:prstDash val="solid"/>
                      <a:round/>
                      <a:headEnd len="sm" w="sm" type="none"/>
                      <a:tailEnd len="sm" w="sm" type="none"/>
                    </a:lnL>
                    <a:lnR cap="flat" cmpd="sng" w="12700">
                      <a:solidFill>
                        <a:srgbClr val="B6D7A8"/>
                      </a:solidFill>
                      <a:prstDash val="solid"/>
                      <a:round/>
                      <a:headEnd len="sm" w="sm" type="none"/>
                      <a:tailEnd len="sm" w="sm" type="none"/>
                    </a:lnR>
                    <a:lnT cap="flat" cmpd="sng" w="12700">
                      <a:solidFill>
                        <a:srgbClr val="B6D7A8"/>
                      </a:solidFill>
                      <a:prstDash val="solid"/>
                      <a:round/>
                      <a:headEnd len="sm" w="sm" type="none"/>
                      <a:tailEnd len="sm" w="sm" type="none"/>
                    </a:lnT>
                    <a:lnB cap="flat" cmpd="sng" w="12700">
                      <a:solidFill>
                        <a:srgbClr val="B6D7A8"/>
                      </a:solidFill>
                      <a:prstDash val="solid"/>
                      <a:round/>
                      <a:headEnd len="sm" w="sm" type="none"/>
                      <a:tailEnd len="sm" w="sm" type="none"/>
                    </a:lnB>
                    <a:solidFill>
                      <a:srgbClr val="D9EAD3"/>
                    </a:solidFill>
                  </a:tcPr>
                </a:tc>
                <a:tc>
                  <a:txBody>
                    <a:bodyPr/>
                    <a:lstStyle/>
                    <a:p>
                      <a:pPr indent="0" lvl="0" marL="0" marR="0" rtl="0" algn="l">
                        <a:lnSpc>
                          <a:spcPct val="115000"/>
                        </a:lnSpc>
                        <a:spcBef>
                          <a:spcPts val="0"/>
                        </a:spcBef>
                        <a:spcAft>
                          <a:spcPts val="0"/>
                        </a:spcAft>
                        <a:buClr>
                          <a:srgbClr val="000000"/>
                        </a:buClr>
                        <a:buSzPts val="1100"/>
                        <a:buFont typeface="Arial"/>
                        <a:buNone/>
                      </a:pPr>
                      <a:r>
                        <a:rPr b="1" lang="es-419" sz="1100" u="none" cap="none" strike="noStrike">
                          <a:latin typeface="Times New Roman"/>
                          <a:ea typeface="Times New Roman"/>
                          <a:cs typeface="Times New Roman"/>
                          <a:sym typeface="Times New Roman"/>
                        </a:rPr>
                        <a:t>Recuperación de contraseña</a:t>
                      </a:r>
                      <a:endParaRPr sz="1200" u="none" cap="none" strike="noStrike">
                        <a:latin typeface="Times New Roman"/>
                        <a:ea typeface="Times New Roman"/>
                        <a:cs typeface="Times New Roman"/>
                        <a:sym typeface="Times New Roman"/>
                      </a:endParaRPr>
                    </a:p>
                  </a:txBody>
                  <a:tcPr marT="63500" marB="63500" marR="63500" marL="63500">
                    <a:lnL cap="flat" cmpd="sng" w="12700">
                      <a:solidFill>
                        <a:srgbClr val="B6D7A8"/>
                      </a:solidFill>
                      <a:prstDash val="solid"/>
                      <a:round/>
                      <a:headEnd len="sm" w="sm" type="none"/>
                      <a:tailEnd len="sm" w="sm" type="none"/>
                    </a:lnL>
                    <a:lnR cap="flat" cmpd="sng" w="12700">
                      <a:solidFill>
                        <a:srgbClr val="B6D7A8"/>
                      </a:solidFill>
                      <a:prstDash val="solid"/>
                      <a:round/>
                      <a:headEnd len="sm" w="sm" type="none"/>
                      <a:tailEnd len="sm" w="sm" type="none"/>
                    </a:lnR>
                    <a:lnT cap="flat" cmpd="sng" w="12700">
                      <a:solidFill>
                        <a:srgbClr val="B6D7A8"/>
                      </a:solidFill>
                      <a:prstDash val="solid"/>
                      <a:round/>
                      <a:headEnd len="sm" w="sm" type="none"/>
                      <a:tailEnd len="sm" w="sm" type="none"/>
                    </a:lnT>
                    <a:lnB cap="flat" cmpd="sng" w="12700">
                      <a:solidFill>
                        <a:srgbClr val="B6D7A8"/>
                      </a:solidFill>
                      <a:prstDash val="solid"/>
                      <a:round/>
                      <a:headEnd len="sm" w="sm" type="none"/>
                      <a:tailEnd len="sm" w="sm" type="none"/>
                    </a:lnB>
                    <a:solidFill>
                      <a:srgbClr val="D9EAD3"/>
                    </a:solidFill>
                  </a:tcPr>
                </a:tc>
              </a:tr>
              <a:tr h="304800">
                <a:tc>
                  <a:txBody>
                    <a:bodyPr/>
                    <a:lstStyle/>
                    <a:p>
                      <a:pPr indent="0" lvl="0" marL="0" marR="0" rtl="0" algn="l">
                        <a:lnSpc>
                          <a:spcPct val="100000"/>
                        </a:lnSpc>
                        <a:spcBef>
                          <a:spcPts val="0"/>
                        </a:spcBef>
                        <a:spcAft>
                          <a:spcPts val="0"/>
                        </a:spcAft>
                        <a:buClr>
                          <a:srgbClr val="000000"/>
                        </a:buClr>
                        <a:buSzPts val="1200"/>
                        <a:buFont typeface="Arial"/>
                        <a:buNone/>
                      </a:pPr>
                      <a:r>
                        <a:rPr b="1" lang="es-419" sz="1200" u="none" cap="none" strike="noStrike">
                          <a:latin typeface="Times New Roman"/>
                          <a:ea typeface="Times New Roman"/>
                          <a:cs typeface="Times New Roman"/>
                          <a:sym typeface="Times New Roman"/>
                        </a:rPr>
                        <a:t>Características:</a:t>
                      </a:r>
                      <a:endParaRPr b="1" sz="1200" u="none" cap="none" strike="noStrike">
                        <a:latin typeface="Times New Roman"/>
                        <a:ea typeface="Times New Roman"/>
                        <a:cs typeface="Times New Roman"/>
                        <a:sym typeface="Times New Roman"/>
                      </a:endParaRPr>
                    </a:p>
                  </a:txBody>
                  <a:tcPr marT="63500" marB="63500" marR="63500" marL="63500">
                    <a:lnL cap="flat" cmpd="sng" w="12700">
                      <a:solidFill>
                        <a:srgbClr val="B6D7A8"/>
                      </a:solidFill>
                      <a:prstDash val="solid"/>
                      <a:round/>
                      <a:headEnd len="sm" w="sm" type="none"/>
                      <a:tailEnd len="sm" w="sm" type="none"/>
                    </a:lnL>
                    <a:lnR cap="flat" cmpd="sng" w="12700">
                      <a:solidFill>
                        <a:srgbClr val="B6D7A8"/>
                      </a:solidFill>
                      <a:prstDash val="solid"/>
                      <a:round/>
                      <a:headEnd len="sm" w="sm" type="none"/>
                      <a:tailEnd len="sm" w="sm" type="none"/>
                    </a:lnR>
                    <a:lnT cap="flat" cmpd="sng" w="12700">
                      <a:solidFill>
                        <a:srgbClr val="B6D7A8"/>
                      </a:solidFill>
                      <a:prstDash val="solid"/>
                      <a:round/>
                      <a:headEnd len="sm" w="sm" type="none"/>
                      <a:tailEnd len="sm" w="sm" type="none"/>
                    </a:lnT>
                    <a:lnB cap="flat" cmpd="sng" w="12700">
                      <a:solidFill>
                        <a:srgbClr val="B6D7A8"/>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200"/>
                        <a:buFont typeface="Arial"/>
                        <a:buNone/>
                      </a:pPr>
                      <a:r>
                        <a:rPr lang="es-419" sz="1200" u="none" cap="none" strike="noStrike">
                          <a:latin typeface="Times New Roman"/>
                          <a:ea typeface="Times New Roman"/>
                          <a:cs typeface="Times New Roman"/>
                          <a:sym typeface="Times New Roman"/>
                        </a:rPr>
                        <a:t>Desde la pantalla de inicio de sesión, el sistema debe ofrecer una opción para recuperar la contraseña olvidada.</a:t>
                      </a:r>
                      <a:endParaRPr sz="1200" u="none" cap="none" strike="noStrike">
                        <a:latin typeface="Times New Roman"/>
                        <a:ea typeface="Times New Roman"/>
                        <a:cs typeface="Times New Roman"/>
                        <a:sym typeface="Times New Roman"/>
                      </a:endParaRPr>
                    </a:p>
                  </a:txBody>
                  <a:tcPr marT="63500" marB="63500" marR="63500" marL="63500">
                    <a:lnL cap="flat" cmpd="sng" w="12700">
                      <a:solidFill>
                        <a:srgbClr val="B6D7A8"/>
                      </a:solidFill>
                      <a:prstDash val="solid"/>
                      <a:round/>
                      <a:headEnd len="sm" w="sm" type="none"/>
                      <a:tailEnd len="sm" w="sm" type="none"/>
                    </a:lnL>
                    <a:lnR cap="flat" cmpd="sng" w="12700">
                      <a:solidFill>
                        <a:srgbClr val="B6D7A8"/>
                      </a:solidFill>
                      <a:prstDash val="solid"/>
                      <a:round/>
                      <a:headEnd len="sm" w="sm" type="none"/>
                      <a:tailEnd len="sm" w="sm" type="none"/>
                    </a:lnR>
                    <a:lnT cap="flat" cmpd="sng" w="12700">
                      <a:solidFill>
                        <a:srgbClr val="B6D7A8"/>
                      </a:solidFill>
                      <a:prstDash val="solid"/>
                      <a:round/>
                      <a:headEnd len="sm" w="sm" type="none"/>
                      <a:tailEnd len="sm" w="sm" type="none"/>
                    </a:lnT>
                    <a:lnB cap="flat" cmpd="sng" w="12700">
                      <a:solidFill>
                        <a:srgbClr val="B6D7A8"/>
                      </a:solidFill>
                      <a:prstDash val="solid"/>
                      <a:round/>
                      <a:headEnd len="sm" w="sm" type="none"/>
                      <a:tailEnd len="sm" w="sm" type="none"/>
                    </a:lnB>
                  </a:tcPr>
                </a:tc>
              </a:tr>
              <a:tr h="469900">
                <a:tc>
                  <a:txBody>
                    <a:bodyPr/>
                    <a:lstStyle/>
                    <a:p>
                      <a:pPr indent="0" lvl="0" marL="0" marR="0" rtl="0" algn="l">
                        <a:lnSpc>
                          <a:spcPct val="100000"/>
                        </a:lnSpc>
                        <a:spcBef>
                          <a:spcPts val="0"/>
                        </a:spcBef>
                        <a:spcAft>
                          <a:spcPts val="0"/>
                        </a:spcAft>
                        <a:buClr>
                          <a:srgbClr val="000000"/>
                        </a:buClr>
                        <a:buSzPts val="1200"/>
                        <a:buFont typeface="Arial"/>
                        <a:buNone/>
                      </a:pPr>
                      <a:r>
                        <a:rPr b="1" lang="es-419" sz="1200" u="none" cap="none" strike="noStrike">
                          <a:latin typeface="Times New Roman"/>
                          <a:ea typeface="Times New Roman"/>
                          <a:cs typeface="Times New Roman"/>
                          <a:sym typeface="Times New Roman"/>
                        </a:rPr>
                        <a:t>Descripción del</a:t>
                      </a:r>
                      <a:endParaRPr b="1" sz="1200" u="none" cap="none" strike="noStrike">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200"/>
                        <a:buFont typeface="Arial"/>
                        <a:buNone/>
                      </a:pPr>
                      <a:r>
                        <a:rPr b="1" lang="es-419" sz="1200" u="none" cap="none" strike="noStrike">
                          <a:latin typeface="Times New Roman"/>
                          <a:ea typeface="Times New Roman"/>
                          <a:cs typeface="Times New Roman"/>
                          <a:sym typeface="Times New Roman"/>
                        </a:rPr>
                        <a:t>requerimiento:</a:t>
                      </a:r>
                      <a:endParaRPr b="1" sz="1200" u="none" cap="none" strike="noStrike">
                        <a:latin typeface="Times New Roman"/>
                        <a:ea typeface="Times New Roman"/>
                        <a:cs typeface="Times New Roman"/>
                        <a:sym typeface="Times New Roman"/>
                      </a:endParaRPr>
                    </a:p>
                  </a:txBody>
                  <a:tcPr marT="63500" marB="63500" marR="63500" marL="63500">
                    <a:lnL cap="flat" cmpd="sng" w="12700">
                      <a:solidFill>
                        <a:srgbClr val="B6D7A8"/>
                      </a:solidFill>
                      <a:prstDash val="solid"/>
                      <a:round/>
                      <a:headEnd len="sm" w="sm" type="none"/>
                      <a:tailEnd len="sm" w="sm" type="none"/>
                    </a:lnL>
                    <a:lnR cap="flat" cmpd="sng" w="12700">
                      <a:solidFill>
                        <a:srgbClr val="B6D7A8"/>
                      </a:solidFill>
                      <a:prstDash val="solid"/>
                      <a:round/>
                      <a:headEnd len="sm" w="sm" type="none"/>
                      <a:tailEnd len="sm" w="sm" type="none"/>
                    </a:lnR>
                    <a:lnT cap="flat" cmpd="sng" w="12700">
                      <a:solidFill>
                        <a:srgbClr val="B6D7A8"/>
                      </a:solidFill>
                      <a:prstDash val="solid"/>
                      <a:round/>
                      <a:headEnd len="sm" w="sm" type="none"/>
                      <a:tailEnd len="sm" w="sm" type="none"/>
                    </a:lnT>
                    <a:lnB cap="flat" cmpd="sng" w="12700">
                      <a:solidFill>
                        <a:srgbClr val="B6D7A8"/>
                      </a:solidFill>
                      <a:prstDash val="solid"/>
                      <a:round/>
                      <a:headEnd len="sm" w="sm" type="none"/>
                      <a:tailEnd len="sm" w="sm" type="none"/>
                    </a:lnB>
                    <a:solidFill>
                      <a:srgbClr val="D9EAD3"/>
                    </a:solidFill>
                  </a:tcPr>
                </a:tc>
                <a:tc>
                  <a:txBody>
                    <a:bodyPr/>
                    <a:lstStyle/>
                    <a:p>
                      <a:pPr indent="0" lvl="0" marL="0" marR="0" rtl="0" algn="l">
                        <a:lnSpc>
                          <a:spcPct val="115000"/>
                        </a:lnSpc>
                        <a:spcBef>
                          <a:spcPts val="0"/>
                        </a:spcBef>
                        <a:spcAft>
                          <a:spcPts val="0"/>
                        </a:spcAft>
                        <a:buClr>
                          <a:srgbClr val="000000"/>
                        </a:buClr>
                        <a:buSzPts val="1100"/>
                        <a:buFont typeface="Arial"/>
                        <a:buNone/>
                      </a:pPr>
                      <a:r>
                        <a:rPr lang="es-419" sz="1100" u="none" cap="none" strike="noStrike">
                          <a:latin typeface="Times New Roman"/>
                          <a:ea typeface="Times New Roman"/>
                          <a:cs typeface="Times New Roman"/>
                          <a:sym typeface="Times New Roman"/>
                        </a:rPr>
                        <a:t>El sistema debe permitir a los usuarios solicitar un enlace de recuperación de contraseña, enviado al correo registrado, para establecer una nueva contraseña de forma segura.</a:t>
                      </a:r>
                      <a:br>
                        <a:rPr lang="es-419" sz="1100" u="none" cap="none" strike="noStrike">
                          <a:latin typeface="Times New Roman"/>
                          <a:ea typeface="Times New Roman"/>
                          <a:cs typeface="Times New Roman"/>
                          <a:sym typeface="Times New Roman"/>
                        </a:rPr>
                      </a:br>
                      <a:endParaRPr sz="1200" u="none" cap="none" strike="noStrike">
                        <a:latin typeface="Times New Roman"/>
                        <a:ea typeface="Times New Roman"/>
                        <a:cs typeface="Times New Roman"/>
                        <a:sym typeface="Times New Roman"/>
                      </a:endParaRPr>
                    </a:p>
                  </a:txBody>
                  <a:tcPr marT="63500" marB="63500" marR="63500" marL="63500">
                    <a:lnL cap="flat" cmpd="sng" w="12700">
                      <a:solidFill>
                        <a:srgbClr val="B6D7A8"/>
                      </a:solidFill>
                      <a:prstDash val="solid"/>
                      <a:round/>
                      <a:headEnd len="sm" w="sm" type="none"/>
                      <a:tailEnd len="sm" w="sm" type="none"/>
                    </a:lnL>
                    <a:lnR cap="flat" cmpd="sng" w="12700">
                      <a:solidFill>
                        <a:srgbClr val="B6D7A8"/>
                      </a:solidFill>
                      <a:prstDash val="solid"/>
                      <a:round/>
                      <a:headEnd len="sm" w="sm" type="none"/>
                      <a:tailEnd len="sm" w="sm" type="none"/>
                    </a:lnR>
                    <a:lnT cap="flat" cmpd="sng" w="12700">
                      <a:solidFill>
                        <a:srgbClr val="B6D7A8"/>
                      </a:solidFill>
                      <a:prstDash val="solid"/>
                      <a:round/>
                      <a:headEnd len="sm" w="sm" type="none"/>
                      <a:tailEnd len="sm" w="sm" type="none"/>
                    </a:lnT>
                    <a:lnB cap="flat" cmpd="sng" w="12700">
                      <a:solidFill>
                        <a:srgbClr val="B6D7A8"/>
                      </a:solidFill>
                      <a:prstDash val="solid"/>
                      <a:round/>
                      <a:headEnd len="sm" w="sm" type="none"/>
                      <a:tailEnd len="sm" w="sm" type="none"/>
                    </a:lnB>
                    <a:solidFill>
                      <a:srgbClr val="D9EAD3"/>
                    </a:solidFill>
                  </a:tcPr>
                </a:tc>
              </a:tr>
              <a:tr h="469900">
                <a:tc>
                  <a:txBody>
                    <a:bodyPr/>
                    <a:lstStyle/>
                    <a:p>
                      <a:pPr indent="0" lvl="0" marL="0" marR="0" rtl="0" algn="l">
                        <a:lnSpc>
                          <a:spcPct val="100000"/>
                        </a:lnSpc>
                        <a:spcBef>
                          <a:spcPts val="0"/>
                        </a:spcBef>
                        <a:spcAft>
                          <a:spcPts val="0"/>
                        </a:spcAft>
                        <a:buClr>
                          <a:srgbClr val="000000"/>
                        </a:buClr>
                        <a:buSzPts val="1200"/>
                        <a:buFont typeface="Arial"/>
                        <a:buNone/>
                      </a:pPr>
                      <a:r>
                        <a:rPr b="1" lang="es-419" sz="1200" u="none" cap="none" strike="noStrike">
                          <a:latin typeface="Times New Roman"/>
                          <a:ea typeface="Times New Roman"/>
                          <a:cs typeface="Times New Roman"/>
                          <a:sym typeface="Times New Roman"/>
                        </a:rPr>
                        <a:t>Requerimientos</a:t>
                      </a:r>
                      <a:endParaRPr b="1" sz="1200" u="none" cap="none" strike="noStrike">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200"/>
                        <a:buFont typeface="Arial"/>
                        <a:buNone/>
                      </a:pPr>
                      <a:r>
                        <a:rPr b="1" lang="es-419" sz="1200" u="none" cap="none" strike="noStrike">
                          <a:latin typeface="Times New Roman"/>
                          <a:ea typeface="Times New Roman"/>
                          <a:cs typeface="Times New Roman"/>
                          <a:sym typeface="Times New Roman"/>
                        </a:rPr>
                        <a:t>no funcionales:</a:t>
                      </a:r>
                      <a:endParaRPr b="1" sz="1200" u="none" cap="none" strike="noStrike">
                        <a:latin typeface="Times New Roman"/>
                        <a:ea typeface="Times New Roman"/>
                        <a:cs typeface="Times New Roman"/>
                        <a:sym typeface="Times New Roman"/>
                      </a:endParaRPr>
                    </a:p>
                  </a:txBody>
                  <a:tcPr marT="63500" marB="63500" marR="63500" marL="63500">
                    <a:lnL cap="flat" cmpd="sng" w="12700">
                      <a:solidFill>
                        <a:srgbClr val="B6D7A8"/>
                      </a:solidFill>
                      <a:prstDash val="solid"/>
                      <a:round/>
                      <a:headEnd len="sm" w="sm" type="none"/>
                      <a:tailEnd len="sm" w="sm" type="none"/>
                    </a:lnL>
                    <a:lnR cap="flat" cmpd="sng" w="12700">
                      <a:solidFill>
                        <a:srgbClr val="B6D7A8"/>
                      </a:solidFill>
                      <a:prstDash val="solid"/>
                      <a:round/>
                      <a:headEnd len="sm" w="sm" type="none"/>
                      <a:tailEnd len="sm" w="sm" type="none"/>
                    </a:lnR>
                    <a:lnT cap="flat" cmpd="sng" w="12700">
                      <a:solidFill>
                        <a:srgbClr val="B6D7A8"/>
                      </a:solidFill>
                      <a:prstDash val="solid"/>
                      <a:round/>
                      <a:headEnd len="sm" w="sm" type="none"/>
                      <a:tailEnd len="sm" w="sm" type="none"/>
                    </a:lnT>
                    <a:lnB cap="flat" cmpd="sng" w="12700">
                      <a:solidFill>
                        <a:srgbClr val="B6D7A8"/>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200"/>
                        <a:buFont typeface="Arial"/>
                        <a:buNone/>
                      </a:pPr>
                      <a:r>
                        <a:rPr lang="es-419" sz="1200" u="none" cap="none" strike="noStrike">
                          <a:latin typeface="Times New Roman"/>
                          <a:ea typeface="Times New Roman"/>
                          <a:cs typeface="Times New Roman"/>
                          <a:sym typeface="Times New Roman"/>
                        </a:rPr>
                        <a:t>❖ RNF03</a:t>
                      </a:r>
                      <a:endParaRPr sz="1200" u="none" cap="none" strike="noStrike">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200"/>
                        <a:buFont typeface="Arial"/>
                        <a:buNone/>
                      </a:pPr>
                      <a:r>
                        <a:rPr lang="es-419" sz="1200" u="none" cap="none" strike="noStrike">
                          <a:latin typeface="Times New Roman"/>
                          <a:ea typeface="Times New Roman"/>
                          <a:cs typeface="Times New Roman"/>
                          <a:sym typeface="Times New Roman"/>
                        </a:rPr>
                        <a:t>❖ RNF06</a:t>
                      </a:r>
                      <a:endParaRPr sz="1200" u="none" cap="none" strike="noStrike">
                        <a:latin typeface="Times New Roman"/>
                        <a:ea typeface="Times New Roman"/>
                        <a:cs typeface="Times New Roman"/>
                        <a:sym typeface="Times New Roman"/>
                      </a:endParaRPr>
                    </a:p>
                  </a:txBody>
                  <a:tcPr marT="63500" marB="63500" marR="63500" marL="63500">
                    <a:lnL cap="flat" cmpd="sng" w="12700">
                      <a:solidFill>
                        <a:srgbClr val="B6D7A8"/>
                      </a:solidFill>
                      <a:prstDash val="solid"/>
                      <a:round/>
                      <a:headEnd len="sm" w="sm" type="none"/>
                      <a:tailEnd len="sm" w="sm" type="none"/>
                    </a:lnL>
                    <a:lnR cap="flat" cmpd="sng" w="12700">
                      <a:solidFill>
                        <a:srgbClr val="B6D7A8"/>
                      </a:solidFill>
                      <a:prstDash val="solid"/>
                      <a:round/>
                      <a:headEnd len="sm" w="sm" type="none"/>
                      <a:tailEnd len="sm" w="sm" type="none"/>
                    </a:lnR>
                    <a:lnT cap="flat" cmpd="sng" w="12700">
                      <a:solidFill>
                        <a:srgbClr val="B6D7A8"/>
                      </a:solidFill>
                      <a:prstDash val="solid"/>
                      <a:round/>
                      <a:headEnd len="sm" w="sm" type="none"/>
                      <a:tailEnd len="sm" w="sm" type="none"/>
                    </a:lnT>
                    <a:lnB cap="flat" cmpd="sng" w="12700">
                      <a:solidFill>
                        <a:srgbClr val="B6D7A8"/>
                      </a:solidFill>
                      <a:prstDash val="solid"/>
                      <a:round/>
                      <a:headEnd len="sm" w="sm" type="none"/>
                      <a:tailEnd len="sm" w="sm" type="none"/>
                    </a:lnB>
                  </a:tcPr>
                </a:tc>
              </a:tr>
              <a:tr h="469900">
                <a:tc>
                  <a:txBody>
                    <a:bodyPr/>
                    <a:lstStyle/>
                    <a:p>
                      <a:pPr indent="0" lvl="0" marL="0" marR="0" rtl="0" algn="l">
                        <a:lnSpc>
                          <a:spcPct val="100000"/>
                        </a:lnSpc>
                        <a:spcBef>
                          <a:spcPts val="0"/>
                        </a:spcBef>
                        <a:spcAft>
                          <a:spcPts val="0"/>
                        </a:spcAft>
                        <a:buClr>
                          <a:srgbClr val="000000"/>
                        </a:buClr>
                        <a:buSzPts val="1200"/>
                        <a:buFont typeface="Arial"/>
                        <a:buNone/>
                      </a:pPr>
                      <a:r>
                        <a:rPr b="1" lang="es-419" sz="1200" u="none" cap="none" strike="noStrike">
                          <a:latin typeface="Times New Roman"/>
                          <a:ea typeface="Times New Roman"/>
                          <a:cs typeface="Times New Roman"/>
                          <a:sym typeface="Times New Roman"/>
                        </a:rPr>
                        <a:t>Prioridad de</a:t>
                      </a:r>
                      <a:endParaRPr b="1" sz="1200" u="none" cap="none" strike="noStrike">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200"/>
                        <a:buFont typeface="Arial"/>
                        <a:buNone/>
                      </a:pPr>
                      <a:r>
                        <a:rPr b="1" lang="es-419" sz="1200" u="none" cap="none" strike="noStrike">
                          <a:latin typeface="Times New Roman"/>
                          <a:ea typeface="Times New Roman"/>
                          <a:cs typeface="Times New Roman"/>
                          <a:sym typeface="Times New Roman"/>
                        </a:rPr>
                        <a:t>requerimiento:</a:t>
                      </a:r>
                      <a:endParaRPr b="1" sz="1200" u="none" cap="none" strike="noStrike">
                        <a:latin typeface="Times New Roman"/>
                        <a:ea typeface="Times New Roman"/>
                        <a:cs typeface="Times New Roman"/>
                        <a:sym typeface="Times New Roman"/>
                      </a:endParaRPr>
                    </a:p>
                  </a:txBody>
                  <a:tcPr marT="63500" marB="63500" marR="63500" marL="63500">
                    <a:lnL cap="flat" cmpd="sng" w="12700">
                      <a:solidFill>
                        <a:srgbClr val="B6D7A8"/>
                      </a:solidFill>
                      <a:prstDash val="solid"/>
                      <a:round/>
                      <a:headEnd len="sm" w="sm" type="none"/>
                      <a:tailEnd len="sm" w="sm" type="none"/>
                    </a:lnL>
                    <a:lnR cap="flat" cmpd="sng" w="12700">
                      <a:solidFill>
                        <a:srgbClr val="B6D7A8"/>
                      </a:solidFill>
                      <a:prstDash val="solid"/>
                      <a:round/>
                      <a:headEnd len="sm" w="sm" type="none"/>
                      <a:tailEnd len="sm" w="sm" type="none"/>
                    </a:lnR>
                    <a:lnT cap="flat" cmpd="sng" w="12700">
                      <a:solidFill>
                        <a:srgbClr val="B6D7A8"/>
                      </a:solidFill>
                      <a:prstDash val="solid"/>
                      <a:round/>
                      <a:headEnd len="sm" w="sm" type="none"/>
                      <a:tailEnd len="sm" w="sm" type="none"/>
                    </a:lnT>
                    <a:lnB cap="flat" cmpd="sng" w="12700">
                      <a:solidFill>
                        <a:srgbClr val="B6D7A8"/>
                      </a:solidFill>
                      <a:prstDash val="solid"/>
                      <a:round/>
                      <a:headEnd len="sm" w="sm" type="none"/>
                      <a:tailEnd len="sm" w="sm" type="none"/>
                    </a:lnB>
                    <a:solidFill>
                      <a:srgbClr val="D9EAD3"/>
                    </a:solidFill>
                  </a:tcPr>
                </a:tc>
                <a:tc>
                  <a:txBody>
                    <a:bodyPr/>
                    <a:lstStyle/>
                    <a:p>
                      <a:pPr indent="0" lvl="0" marL="0" marR="0" rtl="0" algn="l">
                        <a:lnSpc>
                          <a:spcPct val="100000"/>
                        </a:lnSpc>
                        <a:spcBef>
                          <a:spcPts val="0"/>
                        </a:spcBef>
                        <a:spcAft>
                          <a:spcPts val="0"/>
                        </a:spcAft>
                        <a:buClr>
                          <a:srgbClr val="000000"/>
                        </a:buClr>
                        <a:buSzPts val="1200"/>
                        <a:buFont typeface="Arial"/>
                        <a:buNone/>
                      </a:pPr>
                      <a:r>
                        <a:rPr lang="es-419" sz="1200" u="none" cap="none" strike="noStrike">
                          <a:latin typeface="Times New Roman"/>
                          <a:ea typeface="Times New Roman"/>
                          <a:cs typeface="Times New Roman"/>
                          <a:sym typeface="Times New Roman"/>
                        </a:rPr>
                        <a:t>Alta</a:t>
                      </a:r>
                      <a:endParaRPr sz="1200" u="none" cap="none" strike="noStrike">
                        <a:latin typeface="Times New Roman"/>
                        <a:ea typeface="Times New Roman"/>
                        <a:cs typeface="Times New Roman"/>
                        <a:sym typeface="Times New Roman"/>
                      </a:endParaRPr>
                    </a:p>
                  </a:txBody>
                  <a:tcPr marT="63500" marB="63500" marR="63500" marL="63500">
                    <a:lnL cap="flat" cmpd="sng" w="12700">
                      <a:solidFill>
                        <a:srgbClr val="B6D7A8"/>
                      </a:solidFill>
                      <a:prstDash val="solid"/>
                      <a:round/>
                      <a:headEnd len="sm" w="sm" type="none"/>
                      <a:tailEnd len="sm" w="sm" type="none"/>
                    </a:lnL>
                    <a:lnR cap="flat" cmpd="sng" w="12700">
                      <a:solidFill>
                        <a:srgbClr val="B6D7A8"/>
                      </a:solidFill>
                      <a:prstDash val="solid"/>
                      <a:round/>
                      <a:headEnd len="sm" w="sm" type="none"/>
                      <a:tailEnd len="sm" w="sm" type="none"/>
                    </a:lnR>
                    <a:lnT cap="flat" cmpd="sng" w="12700">
                      <a:solidFill>
                        <a:srgbClr val="B6D7A8"/>
                      </a:solidFill>
                      <a:prstDash val="solid"/>
                      <a:round/>
                      <a:headEnd len="sm" w="sm" type="none"/>
                      <a:tailEnd len="sm" w="sm" type="none"/>
                    </a:lnT>
                    <a:lnB cap="flat" cmpd="sng" w="12700">
                      <a:solidFill>
                        <a:srgbClr val="B6D7A8"/>
                      </a:solidFill>
                      <a:prstDash val="solid"/>
                      <a:round/>
                      <a:headEnd len="sm" w="sm" type="none"/>
                      <a:tailEnd len="sm" w="sm" type="none"/>
                    </a:lnB>
                    <a:solidFill>
                      <a:srgbClr val="D9EAD3"/>
                    </a:solidFill>
                  </a:tcPr>
                </a:tc>
              </a:tr>
            </a:tbl>
          </a:graphicData>
        </a:graphic>
      </p:graphicFrame>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4" name="Shape 184"/>
        <p:cNvGrpSpPr/>
        <p:nvPr/>
      </p:nvGrpSpPr>
      <p:grpSpPr>
        <a:xfrm>
          <a:off x="0" y="0"/>
          <a:ext cx="0" cy="0"/>
          <a:chOff x="0" y="0"/>
          <a:chExt cx="0" cy="0"/>
        </a:xfrm>
      </p:grpSpPr>
      <p:graphicFrame>
        <p:nvGraphicFramePr>
          <p:cNvPr id="185" name="Google Shape;185;p19"/>
          <p:cNvGraphicFramePr/>
          <p:nvPr/>
        </p:nvGraphicFramePr>
        <p:xfrm>
          <a:off x="1416050" y="369225"/>
          <a:ext cx="3000000" cy="3000000"/>
        </p:xfrm>
        <a:graphic>
          <a:graphicData uri="http://schemas.openxmlformats.org/drawingml/2006/table">
            <a:tbl>
              <a:tblPr>
                <a:noFill/>
                <a:tableStyleId>{99F3DE70-1715-4968-B29D-26007897703B}</a:tableStyleId>
              </a:tblPr>
              <a:tblGrid>
                <a:gridCol w="1257300"/>
                <a:gridCol w="5054600"/>
              </a:tblGrid>
              <a:tr h="647700">
                <a:tc>
                  <a:txBody>
                    <a:bodyPr/>
                    <a:lstStyle/>
                    <a:p>
                      <a:pPr indent="0" lvl="0" marL="0" marR="0" rtl="0" algn="l">
                        <a:lnSpc>
                          <a:spcPct val="100000"/>
                        </a:lnSpc>
                        <a:spcBef>
                          <a:spcPts val="0"/>
                        </a:spcBef>
                        <a:spcAft>
                          <a:spcPts val="0"/>
                        </a:spcAft>
                        <a:buClr>
                          <a:srgbClr val="000000"/>
                        </a:buClr>
                        <a:buSzPts val="1200"/>
                        <a:buFont typeface="Arial"/>
                        <a:buNone/>
                      </a:pPr>
                      <a:r>
                        <a:rPr b="1" lang="es-419" sz="1200" u="none" cap="none" strike="noStrike">
                          <a:latin typeface="Times New Roman"/>
                          <a:ea typeface="Times New Roman"/>
                          <a:cs typeface="Times New Roman"/>
                          <a:sym typeface="Times New Roman"/>
                        </a:rPr>
                        <a:t>Identificación</a:t>
                      </a:r>
                      <a:endParaRPr b="1" sz="1200" u="none" cap="none" strike="noStrike">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200"/>
                        <a:buFont typeface="Arial"/>
                        <a:buNone/>
                      </a:pPr>
                      <a:r>
                        <a:rPr b="1" lang="es-419" sz="1200" u="none" cap="none" strike="noStrike">
                          <a:latin typeface="Times New Roman"/>
                          <a:ea typeface="Times New Roman"/>
                          <a:cs typeface="Times New Roman"/>
                          <a:sym typeface="Times New Roman"/>
                        </a:rPr>
                        <a:t>del</a:t>
                      </a:r>
                      <a:endParaRPr b="1" sz="1200" u="none" cap="none" strike="noStrike">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200"/>
                        <a:buFont typeface="Arial"/>
                        <a:buNone/>
                      </a:pPr>
                      <a:r>
                        <a:rPr b="1" lang="es-419" sz="1200" u="none" cap="none" strike="noStrike">
                          <a:latin typeface="Times New Roman"/>
                          <a:ea typeface="Times New Roman"/>
                          <a:cs typeface="Times New Roman"/>
                          <a:sym typeface="Times New Roman"/>
                        </a:rPr>
                        <a:t>requerimiento:</a:t>
                      </a:r>
                      <a:endParaRPr b="1" sz="1200" u="none" cap="none" strike="noStrike">
                        <a:latin typeface="Times New Roman"/>
                        <a:ea typeface="Times New Roman"/>
                        <a:cs typeface="Times New Roman"/>
                        <a:sym typeface="Times New Roman"/>
                      </a:endParaRPr>
                    </a:p>
                  </a:txBody>
                  <a:tcPr marT="63500" marB="63500" marR="63500" marL="63500">
                    <a:lnL cap="flat" cmpd="sng" w="12700">
                      <a:solidFill>
                        <a:srgbClr val="B6D7A8"/>
                      </a:solidFill>
                      <a:prstDash val="solid"/>
                      <a:round/>
                      <a:headEnd len="sm" w="sm" type="none"/>
                      <a:tailEnd len="sm" w="sm" type="none"/>
                    </a:lnL>
                    <a:lnR cap="flat" cmpd="sng" w="12700">
                      <a:solidFill>
                        <a:srgbClr val="B6D7A8"/>
                      </a:solidFill>
                      <a:prstDash val="solid"/>
                      <a:round/>
                      <a:headEnd len="sm" w="sm" type="none"/>
                      <a:tailEnd len="sm" w="sm" type="none"/>
                    </a:lnR>
                    <a:lnT cap="flat" cmpd="sng" w="12700">
                      <a:solidFill>
                        <a:srgbClr val="B6D7A8"/>
                      </a:solidFill>
                      <a:prstDash val="solid"/>
                      <a:round/>
                      <a:headEnd len="sm" w="sm" type="none"/>
                      <a:tailEnd len="sm" w="sm" type="none"/>
                    </a:lnT>
                    <a:lnB cap="flat" cmpd="sng" w="12700">
                      <a:solidFill>
                        <a:srgbClr val="B6D7A8"/>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200"/>
                        <a:buFont typeface="Arial"/>
                        <a:buNone/>
                      </a:pPr>
                      <a:r>
                        <a:rPr lang="es-419" sz="1200" u="none" cap="none" strike="noStrike">
                          <a:latin typeface="Times New Roman"/>
                          <a:ea typeface="Times New Roman"/>
                          <a:cs typeface="Times New Roman"/>
                          <a:sym typeface="Times New Roman"/>
                        </a:rPr>
                        <a:t>RF04</a:t>
                      </a:r>
                      <a:endParaRPr sz="1200" u="none" cap="none" strike="noStrike">
                        <a:latin typeface="Times New Roman"/>
                        <a:ea typeface="Times New Roman"/>
                        <a:cs typeface="Times New Roman"/>
                        <a:sym typeface="Times New Roman"/>
                      </a:endParaRPr>
                    </a:p>
                  </a:txBody>
                  <a:tcPr marT="63500" marB="63500" marR="63500" marL="63500">
                    <a:lnL cap="flat" cmpd="sng" w="12700">
                      <a:solidFill>
                        <a:srgbClr val="B6D7A8"/>
                      </a:solidFill>
                      <a:prstDash val="solid"/>
                      <a:round/>
                      <a:headEnd len="sm" w="sm" type="none"/>
                      <a:tailEnd len="sm" w="sm" type="none"/>
                    </a:lnL>
                    <a:lnR cap="flat" cmpd="sng" w="12700">
                      <a:solidFill>
                        <a:srgbClr val="B6D7A8"/>
                      </a:solidFill>
                      <a:prstDash val="solid"/>
                      <a:round/>
                      <a:headEnd len="sm" w="sm" type="none"/>
                      <a:tailEnd len="sm" w="sm" type="none"/>
                    </a:lnR>
                    <a:lnT cap="flat" cmpd="sng" w="12700">
                      <a:solidFill>
                        <a:srgbClr val="B6D7A8"/>
                      </a:solidFill>
                      <a:prstDash val="solid"/>
                      <a:round/>
                      <a:headEnd len="sm" w="sm" type="none"/>
                      <a:tailEnd len="sm" w="sm" type="none"/>
                    </a:lnT>
                    <a:lnB cap="flat" cmpd="sng" w="12700">
                      <a:solidFill>
                        <a:srgbClr val="B6D7A8"/>
                      </a:solidFill>
                      <a:prstDash val="solid"/>
                      <a:round/>
                      <a:headEnd len="sm" w="sm" type="none"/>
                      <a:tailEnd len="sm" w="sm" type="none"/>
                    </a:lnB>
                  </a:tcPr>
                </a:tc>
              </a:tr>
              <a:tr h="495300">
                <a:tc>
                  <a:txBody>
                    <a:bodyPr/>
                    <a:lstStyle/>
                    <a:p>
                      <a:pPr indent="0" lvl="0" marL="0" marR="0" rtl="0" algn="l">
                        <a:lnSpc>
                          <a:spcPct val="100000"/>
                        </a:lnSpc>
                        <a:spcBef>
                          <a:spcPts val="0"/>
                        </a:spcBef>
                        <a:spcAft>
                          <a:spcPts val="0"/>
                        </a:spcAft>
                        <a:buClr>
                          <a:srgbClr val="000000"/>
                        </a:buClr>
                        <a:buSzPts val="1200"/>
                        <a:buFont typeface="Arial"/>
                        <a:buNone/>
                      </a:pPr>
                      <a:r>
                        <a:rPr b="1" lang="es-419" sz="1200" u="none" cap="none" strike="noStrike">
                          <a:latin typeface="Times New Roman"/>
                          <a:ea typeface="Times New Roman"/>
                          <a:cs typeface="Times New Roman"/>
                          <a:sym typeface="Times New Roman"/>
                        </a:rPr>
                        <a:t>Nombre del</a:t>
                      </a:r>
                      <a:endParaRPr b="1" sz="1200" u="none" cap="none" strike="noStrike">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200"/>
                        <a:buFont typeface="Arial"/>
                        <a:buNone/>
                      </a:pPr>
                      <a:r>
                        <a:rPr b="1" lang="es-419" sz="1200" u="none" cap="none" strike="noStrike">
                          <a:latin typeface="Times New Roman"/>
                          <a:ea typeface="Times New Roman"/>
                          <a:cs typeface="Times New Roman"/>
                          <a:sym typeface="Times New Roman"/>
                        </a:rPr>
                        <a:t>requerimiento:</a:t>
                      </a:r>
                      <a:endParaRPr b="1" sz="1200" u="none" cap="none" strike="noStrike">
                        <a:latin typeface="Times New Roman"/>
                        <a:ea typeface="Times New Roman"/>
                        <a:cs typeface="Times New Roman"/>
                        <a:sym typeface="Times New Roman"/>
                      </a:endParaRPr>
                    </a:p>
                  </a:txBody>
                  <a:tcPr marT="63500" marB="63500" marR="63500" marL="63500">
                    <a:lnL cap="flat" cmpd="sng" w="12700">
                      <a:solidFill>
                        <a:srgbClr val="B6D7A8"/>
                      </a:solidFill>
                      <a:prstDash val="solid"/>
                      <a:round/>
                      <a:headEnd len="sm" w="sm" type="none"/>
                      <a:tailEnd len="sm" w="sm" type="none"/>
                    </a:lnL>
                    <a:lnR cap="flat" cmpd="sng" w="12700">
                      <a:solidFill>
                        <a:srgbClr val="B6D7A8"/>
                      </a:solidFill>
                      <a:prstDash val="solid"/>
                      <a:round/>
                      <a:headEnd len="sm" w="sm" type="none"/>
                      <a:tailEnd len="sm" w="sm" type="none"/>
                    </a:lnR>
                    <a:lnT cap="flat" cmpd="sng" w="12700">
                      <a:solidFill>
                        <a:srgbClr val="B6D7A8"/>
                      </a:solidFill>
                      <a:prstDash val="solid"/>
                      <a:round/>
                      <a:headEnd len="sm" w="sm" type="none"/>
                      <a:tailEnd len="sm" w="sm" type="none"/>
                    </a:lnT>
                    <a:lnB cap="flat" cmpd="sng" w="12700">
                      <a:solidFill>
                        <a:srgbClr val="B6D7A8"/>
                      </a:solidFill>
                      <a:prstDash val="solid"/>
                      <a:round/>
                      <a:headEnd len="sm" w="sm" type="none"/>
                      <a:tailEnd len="sm" w="sm" type="none"/>
                    </a:lnB>
                    <a:solidFill>
                      <a:srgbClr val="D9EAD3"/>
                    </a:solidFill>
                  </a:tcPr>
                </a:tc>
                <a:tc>
                  <a:txBody>
                    <a:bodyPr/>
                    <a:lstStyle/>
                    <a:p>
                      <a:pPr indent="0" lvl="0" marL="0" marR="0" rtl="0" algn="l">
                        <a:lnSpc>
                          <a:spcPct val="115000"/>
                        </a:lnSpc>
                        <a:spcBef>
                          <a:spcPts val="0"/>
                        </a:spcBef>
                        <a:spcAft>
                          <a:spcPts val="0"/>
                        </a:spcAft>
                        <a:buClr>
                          <a:srgbClr val="000000"/>
                        </a:buClr>
                        <a:buSzPts val="1200"/>
                        <a:buFont typeface="Arial"/>
                        <a:buNone/>
                      </a:pPr>
                      <a:r>
                        <a:rPr b="1" lang="es-419" sz="1200" u="none" cap="none" strike="noStrike">
                          <a:latin typeface="Times New Roman"/>
                          <a:ea typeface="Times New Roman"/>
                          <a:cs typeface="Times New Roman"/>
                          <a:sym typeface="Times New Roman"/>
                        </a:rPr>
                        <a:t>Gestión de roles y permisos</a:t>
                      </a:r>
                      <a:endParaRPr b="1" sz="1200" u="none" cap="none" strike="noStrike">
                        <a:latin typeface="Times New Roman"/>
                        <a:ea typeface="Times New Roman"/>
                        <a:cs typeface="Times New Roman"/>
                        <a:sym typeface="Times New Roman"/>
                      </a:endParaRPr>
                    </a:p>
                    <a:p>
                      <a:pPr indent="0" lvl="0" marL="0" marR="0" rtl="0" algn="l">
                        <a:lnSpc>
                          <a:spcPct val="115000"/>
                        </a:lnSpc>
                        <a:spcBef>
                          <a:spcPts val="1200"/>
                        </a:spcBef>
                        <a:spcAft>
                          <a:spcPts val="0"/>
                        </a:spcAft>
                        <a:buClr>
                          <a:srgbClr val="000000"/>
                        </a:buClr>
                        <a:buSzPts val="1100"/>
                        <a:buFont typeface="Arial"/>
                        <a:buNone/>
                      </a:pPr>
                      <a:r>
                        <a:t/>
                      </a:r>
                      <a:endParaRPr b="1" sz="1100" u="none" cap="none" strike="noStrike">
                        <a:latin typeface="Times New Roman"/>
                        <a:ea typeface="Times New Roman"/>
                        <a:cs typeface="Times New Roman"/>
                        <a:sym typeface="Times New Roman"/>
                      </a:endParaRPr>
                    </a:p>
                  </a:txBody>
                  <a:tcPr marT="63500" marB="63500" marR="63500" marL="63500">
                    <a:lnL cap="flat" cmpd="sng" w="12700">
                      <a:solidFill>
                        <a:srgbClr val="B6D7A8"/>
                      </a:solidFill>
                      <a:prstDash val="solid"/>
                      <a:round/>
                      <a:headEnd len="sm" w="sm" type="none"/>
                      <a:tailEnd len="sm" w="sm" type="none"/>
                    </a:lnL>
                    <a:lnR cap="flat" cmpd="sng" w="12700">
                      <a:solidFill>
                        <a:srgbClr val="B6D7A8"/>
                      </a:solidFill>
                      <a:prstDash val="solid"/>
                      <a:round/>
                      <a:headEnd len="sm" w="sm" type="none"/>
                      <a:tailEnd len="sm" w="sm" type="none"/>
                    </a:lnR>
                    <a:lnT cap="flat" cmpd="sng" w="12700">
                      <a:solidFill>
                        <a:srgbClr val="B6D7A8"/>
                      </a:solidFill>
                      <a:prstDash val="solid"/>
                      <a:round/>
                      <a:headEnd len="sm" w="sm" type="none"/>
                      <a:tailEnd len="sm" w="sm" type="none"/>
                    </a:lnT>
                    <a:lnB cap="flat" cmpd="sng" w="12700">
                      <a:solidFill>
                        <a:srgbClr val="B6D7A8"/>
                      </a:solidFill>
                      <a:prstDash val="solid"/>
                      <a:round/>
                      <a:headEnd len="sm" w="sm" type="none"/>
                      <a:tailEnd len="sm" w="sm" type="none"/>
                    </a:lnB>
                    <a:solidFill>
                      <a:srgbClr val="D9EAD3"/>
                    </a:solidFill>
                  </a:tcPr>
                </a:tc>
              </a:tr>
              <a:tr h="304800">
                <a:tc>
                  <a:txBody>
                    <a:bodyPr/>
                    <a:lstStyle/>
                    <a:p>
                      <a:pPr indent="0" lvl="0" marL="0" marR="0" rtl="0" algn="l">
                        <a:lnSpc>
                          <a:spcPct val="100000"/>
                        </a:lnSpc>
                        <a:spcBef>
                          <a:spcPts val="0"/>
                        </a:spcBef>
                        <a:spcAft>
                          <a:spcPts val="0"/>
                        </a:spcAft>
                        <a:buClr>
                          <a:srgbClr val="000000"/>
                        </a:buClr>
                        <a:buSzPts val="1200"/>
                        <a:buFont typeface="Arial"/>
                        <a:buNone/>
                      </a:pPr>
                      <a:r>
                        <a:rPr b="1" lang="es-419" sz="1200" u="none" cap="none" strike="noStrike">
                          <a:latin typeface="Times New Roman"/>
                          <a:ea typeface="Times New Roman"/>
                          <a:cs typeface="Times New Roman"/>
                          <a:sym typeface="Times New Roman"/>
                        </a:rPr>
                        <a:t>Características:</a:t>
                      </a:r>
                      <a:endParaRPr b="1" sz="1200" u="none" cap="none" strike="noStrike">
                        <a:latin typeface="Times New Roman"/>
                        <a:ea typeface="Times New Roman"/>
                        <a:cs typeface="Times New Roman"/>
                        <a:sym typeface="Times New Roman"/>
                      </a:endParaRPr>
                    </a:p>
                  </a:txBody>
                  <a:tcPr marT="63500" marB="63500" marR="63500" marL="63500">
                    <a:lnL cap="flat" cmpd="sng" w="12700">
                      <a:solidFill>
                        <a:srgbClr val="B6D7A8"/>
                      </a:solidFill>
                      <a:prstDash val="solid"/>
                      <a:round/>
                      <a:headEnd len="sm" w="sm" type="none"/>
                      <a:tailEnd len="sm" w="sm" type="none"/>
                    </a:lnL>
                    <a:lnR cap="flat" cmpd="sng" w="12700">
                      <a:solidFill>
                        <a:srgbClr val="B6D7A8"/>
                      </a:solidFill>
                      <a:prstDash val="solid"/>
                      <a:round/>
                      <a:headEnd len="sm" w="sm" type="none"/>
                      <a:tailEnd len="sm" w="sm" type="none"/>
                    </a:lnR>
                    <a:lnT cap="flat" cmpd="sng" w="12700">
                      <a:solidFill>
                        <a:srgbClr val="B6D7A8"/>
                      </a:solidFill>
                      <a:prstDash val="solid"/>
                      <a:round/>
                      <a:headEnd len="sm" w="sm" type="none"/>
                      <a:tailEnd len="sm" w="sm" type="none"/>
                    </a:lnT>
                    <a:lnB cap="flat" cmpd="sng" w="12700">
                      <a:solidFill>
                        <a:srgbClr val="B6D7A8"/>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200"/>
                        <a:buFont typeface="Arial"/>
                        <a:buNone/>
                      </a:pPr>
                      <a:r>
                        <a:rPr lang="es-419" sz="1200" u="none" cap="none" strike="noStrike">
                          <a:latin typeface="Times New Roman"/>
                          <a:ea typeface="Times New Roman"/>
                          <a:cs typeface="Times New Roman"/>
                          <a:sym typeface="Times New Roman"/>
                        </a:rPr>
                        <a:t>El sistema debe permitir definir y administrar distintos roles de usuario con permisos específicos sobre las funciones del sistema.</a:t>
                      </a:r>
                      <a:endParaRPr sz="1200" u="none" cap="none" strike="noStrike">
                        <a:latin typeface="Times New Roman"/>
                        <a:ea typeface="Times New Roman"/>
                        <a:cs typeface="Times New Roman"/>
                        <a:sym typeface="Times New Roman"/>
                      </a:endParaRPr>
                    </a:p>
                  </a:txBody>
                  <a:tcPr marT="63500" marB="63500" marR="63500" marL="63500">
                    <a:lnL cap="flat" cmpd="sng" w="12700">
                      <a:solidFill>
                        <a:srgbClr val="B6D7A8"/>
                      </a:solidFill>
                      <a:prstDash val="solid"/>
                      <a:round/>
                      <a:headEnd len="sm" w="sm" type="none"/>
                      <a:tailEnd len="sm" w="sm" type="none"/>
                    </a:lnL>
                    <a:lnR cap="flat" cmpd="sng" w="12700">
                      <a:solidFill>
                        <a:srgbClr val="B6D7A8"/>
                      </a:solidFill>
                      <a:prstDash val="solid"/>
                      <a:round/>
                      <a:headEnd len="sm" w="sm" type="none"/>
                      <a:tailEnd len="sm" w="sm" type="none"/>
                    </a:lnR>
                    <a:lnT cap="flat" cmpd="sng" w="12700">
                      <a:solidFill>
                        <a:srgbClr val="B6D7A8"/>
                      </a:solidFill>
                      <a:prstDash val="solid"/>
                      <a:round/>
                      <a:headEnd len="sm" w="sm" type="none"/>
                      <a:tailEnd len="sm" w="sm" type="none"/>
                    </a:lnT>
                    <a:lnB cap="flat" cmpd="sng" w="12700">
                      <a:solidFill>
                        <a:srgbClr val="B6D7A8"/>
                      </a:solidFill>
                      <a:prstDash val="solid"/>
                      <a:round/>
                      <a:headEnd len="sm" w="sm" type="none"/>
                      <a:tailEnd len="sm" w="sm" type="none"/>
                    </a:lnB>
                  </a:tcPr>
                </a:tc>
              </a:tr>
              <a:tr h="469900">
                <a:tc>
                  <a:txBody>
                    <a:bodyPr/>
                    <a:lstStyle/>
                    <a:p>
                      <a:pPr indent="0" lvl="0" marL="0" marR="0" rtl="0" algn="l">
                        <a:lnSpc>
                          <a:spcPct val="100000"/>
                        </a:lnSpc>
                        <a:spcBef>
                          <a:spcPts val="0"/>
                        </a:spcBef>
                        <a:spcAft>
                          <a:spcPts val="0"/>
                        </a:spcAft>
                        <a:buClr>
                          <a:srgbClr val="000000"/>
                        </a:buClr>
                        <a:buSzPts val="1200"/>
                        <a:buFont typeface="Arial"/>
                        <a:buNone/>
                      </a:pPr>
                      <a:r>
                        <a:rPr b="1" lang="es-419" sz="1200" u="none" cap="none" strike="noStrike">
                          <a:latin typeface="Times New Roman"/>
                          <a:ea typeface="Times New Roman"/>
                          <a:cs typeface="Times New Roman"/>
                          <a:sym typeface="Times New Roman"/>
                        </a:rPr>
                        <a:t>Descripción del</a:t>
                      </a:r>
                      <a:endParaRPr b="1" sz="1200" u="none" cap="none" strike="noStrike">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200"/>
                        <a:buFont typeface="Arial"/>
                        <a:buNone/>
                      </a:pPr>
                      <a:r>
                        <a:rPr b="1" lang="es-419" sz="1200" u="none" cap="none" strike="noStrike">
                          <a:latin typeface="Times New Roman"/>
                          <a:ea typeface="Times New Roman"/>
                          <a:cs typeface="Times New Roman"/>
                          <a:sym typeface="Times New Roman"/>
                        </a:rPr>
                        <a:t>requerimiento:</a:t>
                      </a:r>
                      <a:endParaRPr b="1" sz="1200" u="none" cap="none" strike="noStrike">
                        <a:latin typeface="Times New Roman"/>
                        <a:ea typeface="Times New Roman"/>
                        <a:cs typeface="Times New Roman"/>
                        <a:sym typeface="Times New Roman"/>
                      </a:endParaRPr>
                    </a:p>
                  </a:txBody>
                  <a:tcPr marT="63500" marB="63500" marR="63500" marL="63500">
                    <a:lnL cap="flat" cmpd="sng" w="12700">
                      <a:solidFill>
                        <a:srgbClr val="B6D7A8"/>
                      </a:solidFill>
                      <a:prstDash val="solid"/>
                      <a:round/>
                      <a:headEnd len="sm" w="sm" type="none"/>
                      <a:tailEnd len="sm" w="sm" type="none"/>
                    </a:lnL>
                    <a:lnR cap="flat" cmpd="sng" w="12700">
                      <a:solidFill>
                        <a:srgbClr val="B6D7A8"/>
                      </a:solidFill>
                      <a:prstDash val="solid"/>
                      <a:round/>
                      <a:headEnd len="sm" w="sm" type="none"/>
                      <a:tailEnd len="sm" w="sm" type="none"/>
                    </a:lnR>
                    <a:lnT cap="flat" cmpd="sng" w="12700">
                      <a:solidFill>
                        <a:srgbClr val="B6D7A8"/>
                      </a:solidFill>
                      <a:prstDash val="solid"/>
                      <a:round/>
                      <a:headEnd len="sm" w="sm" type="none"/>
                      <a:tailEnd len="sm" w="sm" type="none"/>
                    </a:lnT>
                    <a:lnB cap="flat" cmpd="sng" w="12700">
                      <a:solidFill>
                        <a:srgbClr val="B6D7A8"/>
                      </a:solidFill>
                      <a:prstDash val="solid"/>
                      <a:round/>
                      <a:headEnd len="sm" w="sm" type="none"/>
                      <a:tailEnd len="sm" w="sm" type="none"/>
                    </a:lnB>
                    <a:solidFill>
                      <a:srgbClr val="D9EAD3"/>
                    </a:solidFill>
                  </a:tcPr>
                </a:tc>
                <a:tc>
                  <a:txBody>
                    <a:bodyPr/>
                    <a:lstStyle/>
                    <a:p>
                      <a:pPr indent="0" lvl="0" marL="0" marR="0" rtl="0" algn="l">
                        <a:lnSpc>
                          <a:spcPct val="115000"/>
                        </a:lnSpc>
                        <a:spcBef>
                          <a:spcPts val="0"/>
                        </a:spcBef>
                        <a:spcAft>
                          <a:spcPts val="0"/>
                        </a:spcAft>
                        <a:buClr>
                          <a:srgbClr val="000000"/>
                        </a:buClr>
                        <a:buSzPts val="1100"/>
                        <a:buFont typeface="Arial"/>
                        <a:buNone/>
                      </a:pPr>
                      <a:r>
                        <a:rPr lang="es-419" sz="1100" u="none" cap="none" strike="noStrike">
                          <a:latin typeface="Times New Roman"/>
                          <a:ea typeface="Times New Roman"/>
                          <a:cs typeface="Times New Roman"/>
                          <a:sym typeface="Times New Roman"/>
                        </a:rPr>
                        <a:t>El sistema debe permitir que los administradores configuren roles como “Asesor” y “Administrador”, asignando a cada uno diferentes niveles de acceso y privilegios sobre las funciones del sistema.</a:t>
                      </a:r>
                      <a:endParaRPr sz="1200" u="none" cap="none" strike="noStrike">
                        <a:latin typeface="Times New Roman"/>
                        <a:ea typeface="Times New Roman"/>
                        <a:cs typeface="Times New Roman"/>
                        <a:sym typeface="Times New Roman"/>
                      </a:endParaRPr>
                    </a:p>
                  </a:txBody>
                  <a:tcPr marT="63500" marB="63500" marR="63500" marL="63500">
                    <a:lnL cap="flat" cmpd="sng" w="12700">
                      <a:solidFill>
                        <a:srgbClr val="B6D7A8"/>
                      </a:solidFill>
                      <a:prstDash val="solid"/>
                      <a:round/>
                      <a:headEnd len="sm" w="sm" type="none"/>
                      <a:tailEnd len="sm" w="sm" type="none"/>
                    </a:lnL>
                    <a:lnR cap="flat" cmpd="sng" w="12700">
                      <a:solidFill>
                        <a:srgbClr val="B6D7A8"/>
                      </a:solidFill>
                      <a:prstDash val="solid"/>
                      <a:round/>
                      <a:headEnd len="sm" w="sm" type="none"/>
                      <a:tailEnd len="sm" w="sm" type="none"/>
                    </a:lnR>
                    <a:lnT cap="flat" cmpd="sng" w="12700">
                      <a:solidFill>
                        <a:srgbClr val="B6D7A8"/>
                      </a:solidFill>
                      <a:prstDash val="solid"/>
                      <a:round/>
                      <a:headEnd len="sm" w="sm" type="none"/>
                      <a:tailEnd len="sm" w="sm" type="none"/>
                    </a:lnT>
                    <a:lnB cap="flat" cmpd="sng" w="12700">
                      <a:solidFill>
                        <a:srgbClr val="B6D7A8"/>
                      </a:solidFill>
                      <a:prstDash val="solid"/>
                      <a:round/>
                      <a:headEnd len="sm" w="sm" type="none"/>
                      <a:tailEnd len="sm" w="sm" type="none"/>
                    </a:lnB>
                    <a:solidFill>
                      <a:srgbClr val="D9EAD3"/>
                    </a:solidFill>
                  </a:tcPr>
                </a:tc>
              </a:tr>
              <a:tr h="469900">
                <a:tc>
                  <a:txBody>
                    <a:bodyPr/>
                    <a:lstStyle/>
                    <a:p>
                      <a:pPr indent="0" lvl="0" marL="0" marR="0" rtl="0" algn="l">
                        <a:lnSpc>
                          <a:spcPct val="100000"/>
                        </a:lnSpc>
                        <a:spcBef>
                          <a:spcPts val="0"/>
                        </a:spcBef>
                        <a:spcAft>
                          <a:spcPts val="0"/>
                        </a:spcAft>
                        <a:buClr>
                          <a:srgbClr val="000000"/>
                        </a:buClr>
                        <a:buSzPts val="1200"/>
                        <a:buFont typeface="Arial"/>
                        <a:buNone/>
                      </a:pPr>
                      <a:r>
                        <a:rPr b="1" lang="es-419" sz="1200" u="none" cap="none" strike="noStrike">
                          <a:latin typeface="Times New Roman"/>
                          <a:ea typeface="Times New Roman"/>
                          <a:cs typeface="Times New Roman"/>
                          <a:sym typeface="Times New Roman"/>
                        </a:rPr>
                        <a:t>Requerimientos</a:t>
                      </a:r>
                      <a:endParaRPr b="1" sz="1200" u="none" cap="none" strike="noStrike">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200"/>
                        <a:buFont typeface="Arial"/>
                        <a:buNone/>
                      </a:pPr>
                      <a:r>
                        <a:rPr b="1" lang="es-419" sz="1200" u="none" cap="none" strike="noStrike">
                          <a:latin typeface="Times New Roman"/>
                          <a:ea typeface="Times New Roman"/>
                          <a:cs typeface="Times New Roman"/>
                          <a:sym typeface="Times New Roman"/>
                        </a:rPr>
                        <a:t>no funcionales:</a:t>
                      </a:r>
                      <a:endParaRPr b="1" sz="1200" u="none" cap="none" strike="noStrike">
                        <a:latin typeface="Times New Roman"/>
                        <a:ea typeface="Times New Roman"/>
                        <a:cs typeface="Times New Roman"/>
                        <a:sym typeface="Times New Roman"/>
                      </a:endParaRPr>
                    </a:p>
                  </a:txBody>
                  <a:tcPr marT="63500" marB="63500" marR="63500" marL="63500">
                    <a:lnL cap="flat" cmpd="sng" w="12700">
                      <a:solidFill>
                        <a:srgbClr val="B6D7A8"/>
                      </a:solidFill>
                      <a:prstDash val="solid"/>
                      <a:round/>
                      <a:headEnd len="sm" w="sm" type="none"/>
                      <a:tailEnd len="sm" w="sm" type="none"/>
                    </a:lnL>
                    <a:lnR cap="flat" cmpd="sng" w="12700">
                      <a:solidFill>
                        <a:srgbClr val="B6D7A8"/>
                      </a:solidFill>
                      <a:prstDash val="solid"/>
                      <a:round/>
                      <a:headEnd len="sm" w="sm" type="none"/>
                      <a:tailEnd len="sm" w="sm" type="none"/>
                    </a:lnR>
                    <a:lnT cap="flat" cmpd="sng" w="12700">
                      <a:solidFill>
                        <a:srgbClr val="B6D7A8"/>
                      </a:solidFill>
                      <a:prstDash val="solid"/>
                      <a:round/>
                      <a:headEnd len="sm" w="sm" type="none"/>
                      <a:tailEnd len="sm" w="sm" type="none"/>
                    </a:lnT>
                    <a:lnB cap="flat" cmpd="sng" w="12700">
                      <a:solidFill>
                        <a:srgbClr val="B6D7A8"/>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200"/>
                        <a:buFont typeface="Arial"/>
                        <a:buNone/>
                      </a:pPr>
                      <a:r>
                        <a:rPr lang="es-419" sz="1200" u="none" cap="none" strike="noStrike">
                          <a:latin typeface="Times New Roman"/>
                          <a:ea typeface="Times New Roman"/>
                          <a:cs typeface="Times New Roman"/>
                          <a:sym typeface="Times New Roman"/>
                        </a:rPr>
                        <a:t>❖ RNF03</a:t>
                      </a:r>
                      <a:endParaRPr sz="1200" u="none" cap="none" strike="noStrike">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200"/>
                        <a:buFont typeface="Arial"/>
                        <a:buNone/>
                      </a:pPr>
                      <a:r>
                        <a:rPr lang="es-419" sz="1200" u="none" cap="none" strike="noStrike">
                          <a:latin typeface="Times New Roman"/>
                          <a:ea typeface="Times New Roman"/>
                          <a:cs typeface="Times New Roman"/>
                          <a:sym typeface="Times New Roman"/>
                        </a:rPr>
                        <a:t>❖ RNF06</a:t>
                      </a:r>
                      <a:endParaRPr sz="1200" u="none" cap="none" strike="noStrike">
                        <a:latin typeface="Times New Roman"/>
                        <a:ea typeface="Times New Roman"/>
                        <a:cs typeface="Times New Roman"/>
                        <a:sym typeface="Times New Roman"/>
                      </a:endParaRPr>
                    </a:p>
                  </a:txBody>
                  <a:tcPr marT="63500" marB="63500" marR="63500" marL="63500">
                    <a:lnL cap="flat" cmpd="sng" w="12700">
                      <a:solidFill>
                        <a:srgbClr val="B6D7A8"/>
                      </a:solidFill>
                      <a:prstDash val="solid"/>
                      <a:round/>
                      <a:headEnd len="sm" w="sm" type="none"/>
                      <a:tailEnd len="sm" w="sm" type="none"/>
                    </a:lnL>
                    <a:lnR cap="flat" cmpd="sng" w="12700">
                      <a:solidFill>
                        <a:srgbClr val="B6D7A8"/>
                      </a:solidFill>
                      <a:prstDash val="solid"/>
                      <a:round/>
                      <a:headEnd len="sm" w="sm" type="none"/>
                      <a:tailEnd len="sm" w="sm" type="none"/>
                    </a:lnR>
                    <a:lnT cap="flat" cmpd="sng" w="12700">
                      <a:solidFill>
                        <a:srgbClr val="B6D7A8"/>
                      </a:solidFill>
                      <a:prstDash val="solid"/>
                      <a:round/>
                      <a:headEnd len="sm" w="sm" type="none"/>
                      <a:tailEnd len="sm" w="sm" type="none"/>
                    </a:lnT>
                    <a:lnB cap="flat" cmpd="sng" w="12700">
                      <a:solidFill>
                        <a:srgbClr val="B6D7A8"/>
                      </a:solidFill>
                      <a:prstDash val="solid"/>
                      <a:round/>
                      <a:headEnd len="sm" w="sm" type="none"/>
                      <a:tailEnd len="sm" w="sm" type="none"/>
                    </a:lnB>
                  </a:tcPr>
                </a:tc>
              </a:tr>
              <a:tr h="469900">
                <a:tc>
                  <a:txBody>
                    <a:bodyPr/>
                    <a:lstStyle/>
                    <a:p>
                      <a:pPr indent="0" lvl="0" marL="0" marR="0" rtl="0" algn="l">
                        <a:lnSpc>
                          <a:spcPct val="100000"/>
                        </a:lnSpc>
                        <a:spcBef>
                          <a:spcPts val="0"/>
                        </a:spcBef>
                        <a:spcAft>
                          <a:spcPts val="0"/>
                        </a:spcAft>
                        <a:buClr>
                          <a:srgbClr val="000000"/>
                        </a:buClr>
                        <a:buSzPts val="1200"/>
                        <a:buFont typeface="Arial"/>
                        <a:buNone/>
                      </a:pPr>
                      <a:r>
                        <a:rPr b="1" lang="es-419" sz="1200" u="none" cap="none" strike="noStrike">
                          <a:latin typeface="Times New Roman"/>
                          <a:ea typeface="Times New Roman"/>
                          <a:cs typeface="Times New Roman"/>
                          <a:sym typeface="Times New Roman"/>
                        </a:rPr>
                        <a:t>Prioridad de</a:t>
                      </a:r>
                      <a:endParaRPr b="1" sz="1200" u="none" cap="none" strike="noStrike">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200"/>
                        <a:buFont typeface="Arial"/>
                        <a:buNone/>
                      </a:pPr>
                      <a:r>
                        <a:rPr b="1" lang="es-419" sz="1200" u="none" cap="none" strike="noStrike">
                          <a:latin typeface="Times New Roman"/>
                          <a:ea typeface="Times New Roman"/>
                          <a:cs typeface="Times New Roman"/>
                          <a:sym typeface="Times New Roman"/>
                        </a:rPr>
                        <a:t>requerimiento:</a:t>
                      </a:r>
                      <a:endParaRPr b="1" sz="1200" u="none" cap="none" strike="noStrike">
                        <a:latin typeface="Times New Roman"/>
                        <a:ea typeface="Times New Roman"/>
                        <a:cs typeface="Times New Roman"/>
                        <a:sym typeface="Times New Roman"/>
                      </a:endParaRPr>
                    </a:p>
                  </a:txBody>
                  <a:tcPr marT="63500" marB="63500" marR="63500" marL="63500">
                    <a:lnL cap="flat" cmpd="sng" w="12700">
                      <a:solidFill>
                        <a:srgbClr val="B6D7A8"/>
                      </a:solidFill>
                      <a:prstDash val="solid"/>
                      <a:round/>
                      <a:headEnd len="sm" w="sm" type="none"/>
                      <a:tailEnd len="sm" w="sm" type="none"/>
                    </a:lnL>
                    <a:lnR cap="flat" cmpd="sng" w="12700">
                      <a:solidFill>
                        <a:srgbClr val="B6D7A8"/>
                      </a:solidFill>
                      <a:prstDash val="solid"/>
                      <a:round/>
                      <a:headEnd len="sm" w="sm" type="none"/>
                      <a:tailEnd len="sm" w="sm" type="none"/>
                    </a:lnR>
                    <a:lnT cap="flat" cmpd="sng" w="12700">
                      <a:solidFill>
                        <a:srgbClr val="B6D7A8"/>
                      </a:solidFill>
                      <a:prstDash val="solid"/>
                      <a:round/>
                      <a:headEnd len="sm" w="sm" type="none"/>
                      <a:tailEnd len="sm" w="sm" type="none"/>
                    </a:lnT>
                    <a:lnB cap="flat" cmpd="sng" w="12700">
                      <a:solidFill>
                        <a:srgbClr val="B6D7A8"/>
                      </a:solidFill>
                      <a:prstDash val="solid"/>
                      <a:round/>
                      <a:headEnd len="sm" w="sm" type="none"/>
                      <a:tailEnd len="sm" w="sm" type="none"/>
                    </a:lnB>
                    <a:solidFill>
                      <a:srgbClr val="D9EAD3"/>
                    </a:solidFill>
                  </a:tcPr>
                </a:tc>
                <a:tc>
                  <a:txBody>
                    <a:bodyPr/>
                    <a:lstStyle/>
                    <a:p>
                      <a:pPr indent="0" lvl="0" marL="0" marR="0" rtl="0" algn="l">
                        <a:lnSpc>
                          <a:spcPct val="100000"/>
                        </a:lnSpc>
                        <a:spcBef>
                          <a:spcPts val="0"/>
                        </a:spcBef>
                        <a:spcAft>
                          <a:spcPts val="0"/>
                        </a:spcAft>
                        <a:buClr>
                          <a:srgbClr val="000000"/>
                        </a:buClr>
                        <a:buSzPts val="1200"/>
                        <a:buFont typeface="Arial"/>
                        <a:buNone/>
                      </a:pPr>
                      <a:r>
                        <a:rPr lang="es-419" sz="1200" u="none" cap="none" strike="noStrike">
                          <a:latin typeface="Times New Roman"/>
                          <a:ea typeface="Times New Roman"/>
                          <a:cs typeface="Times New Roman"/>
                          <a:sym typeface="Times New Roman"/>
                        </a:rPr>
                        <a:t>Alta</a:t>
                      </a:r>
                      <a:endParaRPr sz="1200" u="none" cap="none" strike="noStrike">
                        <a:latin typeface="Times New Roman"/>
                        <a:ea typeface="Times New Roman"/>
                        <a:cs typeface="Times New Roman"/>
                        <a:sym typeface="Times New Roman"/>
                      </a:endParaRPr>
                    </a:p>
                  </a:txBody>
                  <a:tcPr marT="63500" marB="63500" marR="63500" marL="63500">
                    <a:lnL cap="flat" cmpd="sng" w="12700">
                      <a:solidFill>
                        <a:srgbClr val="B6D7A8"/>
                      </a:solidFill>
                      <a:prstDash val="solid"/>
                      <a:round/>
                      <a:headEnd len="sm" w="sm" type="none"/>
                      <a:tailEnd len="sm" w="sm" type="none"/>
                    </a:lnL>
                    <a:lnR cap="flat" cmpd="sng" w="12700">
                      <a:solidFill>
                        <a:srgbClr val="B6D7A8"/>
                      </a:solidFill>
                      <a:prstDash val="solid"/>
                      <a:round/>
                      <a:headEnd len="sm" w="sm" type="none"/>
                      <a:tailEnd len="sm" w="sm" type="none"/>
                    </a:lnR>
                    <a:lnT cap="flat" cmpd="sng" w="12700">
                      <a:solidFill>
                        <a:srgbClr val="B6D7A8"/>
                      </a:solidFill>
                      <a:prstDash val="solid"/>
                      <a:round/>
                      <a:headEnd len="sm" w="sm" type="none"/>
                      <a:tailEnd len="sm" w="sm" type="none"/>
                    </a:lnT>
                    <a:lnB cap="flat" cmpd="sng" w="12700">
                      <a:solidFill>
                        <a:srgbClr val="B6D7A8"/>
                      </a:solidFill>
                      <a:prstDash val="solid"/>
                      <a:round/>
                      <a:headEnd len="sm" w="sm" type="none"/>
                      <a:tailEnd len="sm" w="sm" type="none"/>
                    </a:lnB>
                    <a:solidFill>
                      <a:srgbClr val="D9EAD3"/>
                    </a:solidFill>
                  </a:tcPr>
                </a:tc>
              </a:tr>
            </a:tbl>
          </a:graphicData>
        </a:graphic>
      </p:graphicFrame>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9" name="Shape 189"/>
        <p:cNvGrpSpPr/>
        <p:nvPr/>
      </p:nvGrpSpPr>
      <p:grpSpPr>
        <a:xfrm>
          <a:off x="0" y="0"/>
          <a:ext cx="0" cy="0"/>
          <a:chOff x="0" y="0"/>
          <a:chExt cx="0" cy="0"/>
        </a:xfrm>
      </p:grpSpPr>
      <p:graphicFrame>
        <p:nvGraphicFramePr>
          <p:cNvPr id="190" name="Google Shape;190;p20"/>
          <p:cNvGraphicFramePr/>
          <p:nvPr/>
        </p:nvGraphicFramePr>
        <p:xfrm>
          <a:off x="1416050" y="223838"/>
          <a:ext cx="3000000" cy="3000000"/>
        </p:xfrm>
        <a:graphic>
          <a:graphicData uri="http://schemas.openxmlformats.org/drawingml/2006/table">
            <a:tbl>
              <a:tblPr>
                <a:noFill/>
                <a:tableStyleId>{99F3DE70-1715-4968-B29D-26007897703B}</a:tableStyleId>
              </a:tblPr>
              <a:tblGrid>
                <a:gridCol w="1257300"/>
                <a:gridCol w="5054600"/>
              </a:tblGrid>
              <a:tr h="647700">
                <a:tc>
                  <a:txBody>
                    <a:bodyPr/>
                    <a:lstStyle/>
                    <a:p>
                      <a:pPr indent="0" lvl="0" marL="0" marR="0" rtl="0" algn="l">
                        <a:lnSpc>
                          <a:spcPct val="100000"/>
                        </a:lnSpc>
                        <a:spcBef>
                          <a:spcPts val="0"/>
                        </a:spcBef>
                        <a:spcAft>
                          <a:spcPts val="0"/>
                        </a:spcAft>
                        <a:buClr>
                          <a:srgbClr val="000000"/>
                        </a:buClr>
                        <a:buSzPts val="1200"/>
                        <a:buFont typeface="Arial"/>
                        <a:buNone/>
                      </a:pPr>
                      <a:r>
                        <a:rPr b="1" lang="es-419" sz="1200" u="none" cap="none" strike="noStrike">
                          <a:latin typeface="Times New Roman"/>
                          <a:ea typeface="Times New Roman"/>
                          <a:cs typeface="Times New Roman"/>
                          <a:sym typeface="Times New Roman"/>
                        </a:rPr>
                        <a:t>Identificación</a:t>
                      </a:r>
                      <a:endParaRPr b="1" sz="1200" u="none" cap="none" strike="noStrike">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200"/>
                        <a:buFont typeface="Arial"/>
                        <a:buNone/>
                      </a:pPr>
                      <a:r>
                        <a:rPr b="1" lang="es-419" sz="1200" u="none" cap="none" strike="noStrike">
                          <a:latin typeface="Times New Roman"/>
                          <a:ea typeface="Times New Roman"/>
                          <a:cs typeface="Times New Roman"/>
                          <a:sym typeface="Times New Roman"/>
                        </a:rPr>
                        <a:t>del</a:t>
                      </a:r>
                      <a:endParaRPr b="1" sz="1200" u="none" cap="none" strike="noStrike">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200"/>
                        <a:buFont typeface="Arial"/>
                        <a:buNone/>
                      </a:pPr>
                      <a:r>
                        <a:rPr b="1" lang="es-419" sz="1200" u="none" cap="none" strike="noStrike">
                          <a:latin typeface="Times New Roman"/>
                          <a:ea typeface="Times New Roman"/>
                          <a:cs typeface="Times New Roman"/>
                          <a:sym typeface="Times New Roman"/>
                        </a:rPr>
                        <a:t>requerimiento:</a:t>
                      </a:r>
                      <a:endParaRPr b="1" sz="1200" u="none" cap="none" strike="noStrike">
                        <a:latin typeface="Times New Roman"/>
                        <a:ea typeface="Times New Roman"/>
                        <a:cs typeface="Times New Roman"/>
                        <a:sym typeface="Times New Roman"/>
                      </a:endParaRPr>
                    </a:p>
                  </a:txBody>
                  <a:tcPr marT="63500" marB="63500" marR="63500" marL="63500">
                    <a:lnL cap="flat" cmpd="sng" w="12700">
                      <a:solidFill>
                        <a:srgbClr val="B6D7A8"/>
                      </a:solidFill>
                      <a:prstDash val="solid"/>
                      <a:round/>
                      <a:headEnd len="sm" w="sm" type="none"/>
                      <a:tailEnd len="sm" w="sm" type="none"/>
                    </a:lnL>
                    <a:lnR cap="flat" cmpd="sng" w="12700">
                      <a:solidFill>
                        <a:srgbClr val="B6D7A8"/>
                      </a:solidFill>
                      <a:prstDash val="solid"/>
                      <a:round/>
                      <a:headEnd len="sm" w="sm" type="none"/>
                      <a:tailEnd len="sm" w="sm" type="none"/>
                    </a:lnR>
                    <a:lnT cap="flat" cmpd="sng" w="12700">
                      <a:solidFill>
                        <a:srgbClr val="B6D7A8"/>
                      </a:solidFill>
                      <a:prstDash val="solid"/>
                      <a:round/>
                      <a:headEnd len="sm" w="sm" type="none"/>
                      <a:tailEnd len="sm" w="sm" type="none"/>
                    </a:lnT>
                    <a:lnB cap="flat" cmpd="sng" w="12700">
                      <a:solidFill>
                        <a:srgbClr val="B6D7A8"/>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200"/>
                        <a:buFont typeface="Arial"/>
                        <a:buNone/>
                      </a:pPr>
                      <a:r>
                        <a:rPr lang="es-419" sz="1200" u="none" cap="none" strike="noStrike">
                          <a:latin typeface="Times New Roman"/>
                          <a:ea typeface="Times New Roman"/>
                          <a:cs typeface="Times New Roman"/>
                          <a:sym typeface="Times New Roman"/>
                        </a:rPr>
                        <a:t>RF05</a:t>
                      </a:r>
                      <a:endParaRPr sz="1200" u="none" cap="none" strike="noStrike">
                        <a:latin typeface="Times New Roman"/>
                        <a:ea typeface="Times New Roman"/>
                        <a:cs typeface="Times New Roman"/>
                        <a:sym typeface="Times New Roman"/>
                      </a:endParaRPr>
                    </a:p>
                  </a:txBody>
                  <a:tcPr marT="63500" marB="63500" marR="63500" marL="63500">
                    <a:lnL cap="flat" cmpd="sng" w="12700">
                      <a:solidFill>
                        <a:srgbClr val="B6D7A8"/>
                      </a:solidFill>
                      <a:prstDash val="solid"/>
                      <a:round/>
                      <a:headEnd len="sm" w="sm" type="none"/>
                      <a:tailEnd len="sm" w="sm" type="none"/>
                    </a:lnL>
                    <a:lnR cap="flat" cmpd="sng" w="12700">
                      <a:solidFill>
                        <a:srgbClr val="B6D7A8"/>
                      </a:solidFill>
                      <a:prstDash val="solid"/>
                      <a:round/>
                      <a:headEnd len="sm" w="sm" type="none"/>
                      <a:tailEnd len="sm" w="sm" type="none"/>
                    </a:lnR>
                    <a:lnT cap="flat" cmpd="sng" w="12700">
                      <a:solidFill>
                        <a:srgbClr val="B6D7A8"/>
                      </a:solidFill>
                      <a:prstDash val="solid"/>
                      <a:round/>
                      <a:headEnd len="sm" w="sm" type="none"/>
                      <a:tailEnd len="sm" w="sm" type="none"/>
                    </a:lnT>
                    <a:lnB cap="flat" cmpd="sng" w="12700">
                      <a:solidFill>
                        <a:srgbClr val="B6D7A8"/>
                      </a:solidFill>
                      <a:prstDash val="solid"/>
                      <a:round/>
                      <a:headEnd len="sm" w="sm" type="none"/>
                      <a:tailEnd len="sm" w="sm" type="none"/>
                    </a:lnB>
                  </a:tcPr>
                </a:tc>
              </a:tr>
              <a:tr h="495300">
                <a:tc>
                  <a:txBody>
                    <a:bodyPr/>
                    <a:lstStyle/>
                    <a:p>
                      <a:pPr indent="0" lvl="0" marL="0" marR="0" rtl="0" algn="l">
                        <a:lnSpc>
                          <a:spcPct val="100000"/>
                        </a:lnSpc>
                        <a:spcBef>
                          <a:spcPts val="0"/>
                        </a:spcBef>
                        <a:spcAft>
                          <a:spcPts val="0"/>
                        </a:spcAft>
                        <a:buClr>
                          <a:srgbClr val="000000"/>
                        </a:buClr>
                        <a:buSzPts val="1200"/>
                        <a:buFont typeface="Arial"/>
                        <a:buNone/>
                      </a:pPr>
                      <a:r>
                        <a:rPr b="1" lang="es-419" sz="1200" u="none" cap="none" strike="noStrike">
                          <a:latin typeface="Times New Roman"/>
                          <a:ea typeface="Times New Roman"/>
                          <a:cs typeface="Times New Roman"/>
                          <a:sym typeface="Times New Roman"/>
                        </a:rPr>
                        <a:t>Nombre del</a:t>
                      </a:r>
                      <a:endParaRPr b="1" sz="1200" u="none" cap="none" strike="noStrike">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200"/>
                        <a:buFont typeface="Arial"/>
                        <a:buNone/>
                      </a:pPr>
                      <a:r>
                        <a:rPr b="1" lang="es-419" sz="1200" u="none" cap="none" strike="noStrike">
                          <a:latin typeface="Times New Roman"/>
                          <a:ea typeface="Times New Roman"/>
                          <a:cs typeface="Times New Roman"/>
                          <a:sym typeface="Times New Roman"/>
                        </a:rPr>
                        <a:t>requerimiento:</a:t>
                      </a:r>
                      <a:endParaRPr b="1" sz="1200" u="none" cap="none" strike="noStrike">
                        <a:latin typeface="Times New Roman"/>
                        <a:ea typeface="Times New Roman"/>
                        <a:cs typeface="Times New Roman"/>
                        <a:sym typeface="Times New Roman"/>
                      </a:endParaRPr>
                    </a:p>
                  </a:txBody>
                  <a:tcPr marT="63500" marB="63500" marR="63500" marL="63500">
                    <a:lnL cap="flat" cmpd="sng" w="12700">
                      <a:solidFill>
                        <a:srgbClr val="B6D7A8"/>
                      </a:solidFill>
                      <a:prstDash val="solid"/>
                      <a:round/>
                      <a:headEnd len="sm" w="sm" type="none"/>
                      <a:tailEnd len="sm" w="sm" type="none"/>
                    </a:lnL>
                    <a:lnR cap="flat" cmpd="sng" w="12700">
                      <a:solidFill>
                        <a:srgbClr val="B6D7A8"/>
                      </a:solidFill>
                      <a:prstDash val="solid"/>
                      <a:round/>
                      <a:headEnd len="sm" w="sm" type="none"/>
                      <a:tailEnd len="sm" w="sm" type="none"/>
                    </a:lnR>
                    <a:lnT cap="flat" cmpd="sng" w="12700">
                      <a:solidFill>
                        <a:srgbClr val="B6D7A8"/>
                      </a:solidFill>
                      <a:prstDash val="solid"/>
                      <a:round/>
                      <a:headEnd len="sm" w="sm" type="none"/>
                      <a:tailEnd len="sm" w="sm" type="none"/>
                    </a:lnT>
                    <a:lnB cap="flat" cmpd="sng" w="12700">
                      <a:solidFill>
                        <a:srgbClr val="B6D7A8"/>
                      </a:solidFill>
                      <a:prstDash val="solid"/>
                      <a:round/>
                      <a:headEnd len="sm" w="sm" type="none"/>
                      <a:tailEnd len="sm" w="sm" type="none"/>
                    </a:lnB>
                    <a:solidFill>
                      <a:srgbClr val="D9EAD3"/>
                    </a:solidFill>
                  </a:tcPr>
                </a:tc>
                <a:tc>
                  <a:txBody>
                    <a:bodyPr/>
                    <a:lstStyle/>
                    <a:p>
                      <a:pPr indent="0" lvl="0" marL="0" marR="0" rtl="0" algn="l">
                        <a:lnSpc>
                          <a:spcPct val="115000"/>
                        </a:lnSpc>
                        <a:spcBef>
                          <a:spcPts val="0"/>
                        </a:spcBef>
                        <a:spcAft>
                          <a:spcPts val="0"/>
                        </a:spcAft>
                        <a:buClr>
                          <a:srgbClr val="000000"/>
                        </a:buClr>
                        <a:buSzPts val="1200"/>
                        <a:buFont typeface="Arial"/>
                        <a:buNone/>
                      </a:pPr>
                      <a:r>
                        <a:rPr b="1" lang="es-419" sz="1200" u="none" cap="none" strike="noStrike">
                          <a:latin typeface="Times New Roman"/>
                          <a:ea typeface="Times New Roman"/>
                          <a:cs typeface="Times New Roman"/>
                          <a:sym typeface="Times New Roman"/>
                        </a:rPr>
                        <a:t>Gestión de productos</a:t>
                      </a:r>
                      <a:endParaRPr b="1" sz="1200" u="none" cap="none" strike="noStrike">
                        <a:latin typeface="Times New Roman"/>
                        <a:ea typeface="Times New Roman"/>
                        <a:cs typeface="Times New Roman"/>
                        <a:sym typeface="Times New Roman"/>
                      </a:endParaRPr>
                    </a:p>
                    <a:p>
                      <a:pPr indent="0" lvl="0" marL="0" marR="0" rtl="0" algn="l">
                        <a:lnSpc>
                          <a:spcPct val="115000"/>
                        </a:lnSpc>
                        <a:spcBef>
                          <a:spcPts val="1200"/>
                        </a:spcBef>
                        <a:spcAft>
                          <a:spcPts val="0"/>
                        </a:spcAft>
                        <a:buClr>
                          <a:srgbClr val="000000"/>
                        </a:buClr>
                        <a:buSzPts val="1100"/>
                        <a:buFont typeface="Arial"/>
                        <a:buNone/>
                      </a:pPr>
                      <a:r>
                        <a:t/>
                      </a:r>
                      <a:endParaRPr b="1" sz="1100" u="none" cap="none" strike="noStrike">
                        <a:latin typeface="Times New Roman"/>
                        <a:ea typeface="Times New Roman"/>
                        <a:cs typeface="Times New Roman"/>
                        <a:sym typeface="Times New Roman"/>
                      </a:endParaRPr>
                    </a:p>
                  </a:txBody>
                  <a:tcPr marT="63500" marB="63500" marR="63500" marL="63500">
                    <a:lnL cap="flat" cmpd="sng" w="12700">
                      <a:solidFill>
                        <a:srgbClr val="B6D7A8"/>
                      </a:solidFill>
                      <a:prstDash val="solid"/>
                      <a:round/>
                      <a:headEnd len="sm" w="sm" type="none"/>
                      <a:tailEnd len="sm" w="sm" type="none"/>
                    </a:lnL>
                    <a:lnR cap="flat" cmpd="sng" w="12700">
                      <a:solidFill>
                        <a:srgbClr val="B6D7A8"/>
                      </a:solidFill>
                      <a:prstDash val="solid"/>
                      <a:round/>
                      <a:headEnd len="sm" w="sm" type="none"/>
                      <a:tailEnd len="sm" w="sm" type="none"/>
                    </a:lnR>
                    <a:lnT cap="flat" cmpd="sng" w="12700">
                      <a:solidFill>
                        <a:srgbClr val="B6D7A8"/>
                      </a:solidFill>
                      <a:prstDash val="solid"/>
                      <a:round/>
                      <a:headEnd len="sm" w="sm" type="none"/>
                      <a:tailEnd len="sm" w="sm" type="none"/>
                    </a:lnT>
                    <a:lnB cap="flat" cmpd="sng" w="12700">
                      <a:solidFill>
                        <a:srgbClr val="B6D7A8"/>
                      </a:solidFill>
                      <a:prstDash val="solid"/>
                      <a:round/>
                      <a:headEnd len="sm" w="sm" type="none"/>
                      <a:tailEnd len="sm" w="sm" type="none"/>
                    </a:lnB>
                    <a:solidFill>
                      <a:srgbClr val="D9EAD3"/>
                    </a:solidFill>
                  </a:tcPr>
                </a:tc>
              </a:tr>
              <a:tr h="304800">
                <a:tc>
                  <a:txBody>
                    <a:bodyPr/>
                    <a:lstStyle/>
                    <a:p>
                      <a:pPr indent="0" lvl="0" marL="0" marR="0" rtl="0" algn="l">
                        <a:lnSpc>
                          <a:spcPct val="100000"/>
                        </a:lnSpc>
                        <a:spcBef>
                          <a:spcPts val="0"/>
                        </a:spcBef>
                        <a:spcAft>
                          <a:spcPts val="0"/>
                        </a:spcAft>
                        <a:buClr>
                          <a:srgbClr val="000000"/>
                        </a:buClr>
                        <a:buSzPts val="1200"/>
                        <a:buFont typeface="Arial"/>
                        <a:buNone/>
                      </a:pPr>
                      <a:r>
                        <a:rPr b="1" lang="es-419" sz="1200" u="none" cap="none" strike="noStrike">
                          <a:latin typeface="Times New Roman"/>
                          <a:ea typeface="Times New Roman"/>
                          <a:cs typeface="Times New Roman"/>
                          <a:sym typeface="Times New Roman"/>
                        </a:rPr>
                        <a:t>Características:</a:t>
                      </a:r>
                      <a:endParaRPr b="1" sz="1200" u="none" cap="none" strike="noStrike">
                        <a:latin typeface="Times New Roman"/>
                        <a:ea typeface="Times New Roman"/>
                        <a:cs typeface="Times New Roman"/>
                        <a:sym typeface="Times New Roman"/>
                      </a:endParaRPr>
                    </a:p>
                  </a:txBody>
                  <a:tcPr marT="63500" marB="63500" marR="63500" marL="63500">
                    <a:lnL cap="flat" cmpd="sng" w="12700">
                      <a:solidFill>
                        <a:srgbClr val="B6D7A8"/>
                      </a:solidFill>
                      <a:prstDash val="solid"/>
                      <a:round/>
                      <a:headEnd len="sm" w="sm" type="none"/>
                      <a:tailEnd len="sm" w="sm" type="none"/>
                    </a:lnL>
                    <a:lnR cap="flat" cmpd="sng" w="12700">
                      <a:solidFill>
                        <a:srgbClr val="B6D7A8"/>
                      </a:solidFill>
                      <a:prstDash val="solid"/>
                      <a:round/>
                      <a:headEnd len="sm" w="sm" type="none"/>
                      <a:tailEnd len="sm" w="sm" type="none"/>
                    </a:lnR>
                    <a:lnT cap="flat" cmpd="sng" w="12700">
                      <a:solidFill>
                        <a:srgbClr val="B6D7A8"/>
                      </a:solidFill>
                      <a:prstDash val="solid"/>
                      <a:round/>
                      <a:headEnd len="sm" w="sm" type="none"/>
                      <a:tailEnd len="sm" w="sm" type="none"/>
                    </a:lnT>
                    <a:lnB cap="flat" cmpd="sng" w="12700">
                      <a:solidFill>
                        <a:srgbClr val="B6D7A8"/>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200"/>
                        <a:buFont typeface="Arial"/>
                        <a:buNone/>
                      </a:pPr>
                      <a:r>
                        <a:rPr lang="es-419" sz="1200" u="none" cap="none" strike="noStrike">
                          <a:latin typeface="Times New Roman"/>
                          <a:ea typeface="Times New Roman"/>
                          <a:cs typeface="Times New Roman"/>
                          <a:sym typeface="Times New Roman"/>
                        </a:rPr>
                        <a:t>El sistema debe permitir registrar, consultar, actualizar y eliminar productos, incluyendo información como nombre, categoría, precio, cantidad en stock y descripción.</a:t>
                      </a:r>
                      <a:endParaRPr sz="1200" u="none" cap="none" strike="noStrike">
                        <a:latin typeface="Times New Roman"/>
                        <a:ea typeface="Times New Roman"/>
                        <a:cs typeface="Times New Roman"/>
                        <a:sym typeface="Times New Roman"/>
                      </a:endParaRPr>
                    </a:p>
                  </a:txBody>
                  <a:tcPr marT="63500" marB="63500" marR="63500" marL="63500">
                    <a:lnL cap="flat" cmpd="sng" w="12700">
                      <a:solidFill>
                        <a:srgbClr val="B6D7A8"/>
                      </a:solidFill>
                      <a:prstDash val="solid"/>
                      <a:round/>
                      <a:headEnd len="sm" w="sm" type="none"/>
                      <a:tailEnd len="sm" w="sm" type="none"/>
                    </a:lnL>
                    <a:lnR cap="flat" cmpd="sng" w="12700">
                      <a:solidFill>
                        <a:srgbClr val="B6D7A8"/>
                      </a:solidFill>
                      <a:prstDash val="solid"/>
                      <a:round/>
                      <a:headEnd len="sm" w="sm" type="none"/>
                      <a:tailEnd len="sm" w="sm" type="none"/>
                    </a:lnR>
                    <a:lnT cap="flat" cmpd="sng" w="12700">
                      <a:solidFill>
                        <a:srgbClr val="B6D7A8"/>
                      </a:solidFill>
                      <a:prstDash val="solid"/>
                      <a:round/>
                      <a:headEnd len="sm" w="sm" type="none"/>
                      <a:tailEnd len="sm" w="sm" type="none"/>
                    </a:lnT>
                    <a:lnB cap="flat" cmpd="sng" w="12700">
                      <a:solidFill>
                        <a:srgbClr val="B6D7A8"/>
                      </a:solidFill>
                      <a:prstDash val="solid"/>
                      <a:round/>
                      <a:headEnd len="sm" w="sm" type="none"/>
                      <a:tailEnd len="sm" w="sm" type="none"/>
                    </a:lnB>
                  </a:tcPr>
                </a:tc>
              </a:tr>
              <a:tr h="469900">
                <a:tc>
                  <a:txBody>
                    <a:bodyPr/>
                    <a:lstStyle/>
                    <a:p>
                      <a:pPr indent="0" lvl="0" marL="0" marR="0" rtl="0" algn="l">
                        <a:lnSpc>
                          <a:spcPct val="100000"/>
                        </a:lnSpc>
                        <a:spcBef>
                          <a:spcPts val="0"/>
                        </a:spcBef>
                        <a:spcAft>
                          <a:spcPts val="0"/>
                        </a:spcAft>
                        <a:buClr>
                          <a:srgbClr val="000000"/>
                        </a:buClr>
                        <a:buSzPts val="1200"/>
                        <a:buFont typeface="Arial"/>
                        <a:buNone/>
                      </a:pPr>
                      <a:r>
                        <a:rPr b="1" lang="es-419" sz="1200" u="none" cap="none" strike="noStrike">
                          <a:latin typeface="Times New Roman"/>
                          <a:ea typeface="Times New Roman"/>
                          <a:cs typeface="Times New Roman"/>
                          <a:sym typeface="Times New Roman"/>
                        </a:rPr>
                        <a:t>Descripción del</a:t>
                      </a:r>
                      <a:endParaRPr b="1" sz="1200" u="none" cap="none" strike="noStrike">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200"/>
                        <a:buFont typeface="Arial"/>
                        <a:buNone/>
                      </a:pPr>
                      <a:r>
                        <a:rPr b="1" lang="es-419" sz="1200" u="none" cap="none" strike="noStrike">
                          <a:latin typeface="Times New Roman"/>
                          <a:ea typeface="Times New Roman"/>
                          <a:cs typeface="Times New Roman"/>
                          <a:sym typeface="Times New Roman"/>
                        </a:rPr>
                        <a:t>requerimiento:</a:t>
                      </a:r>
                      <a:endParaRPr b="1" sz="1200" u="none" cap="none" strike="noStrike">
                        <a:latin typeface="Times New Roman"/>
                        <a:ea typeface="Times New Roman"/>
                        <a:cs typeface="Times New Roman"/>
                        <a:sym typeface="Times New Roman"/>
                      </a:endParaRPr>
                    </a:p>
                  </a:txBody>
                  <a:tcPr marT="63500" marB="63500" marR="63500" marL="63500">
                    <a:lnL cap="flat" cmpd="sng" w="12700">
                      <a:solidFill>
                        <a:srgbClr val="B6D7A8"/>
                      </a:solidFill>
                      <a:prstDash val="solid"/>
                      <a:round/>
                      <a:headEnd len="sm" w="sm" type="none"/>
                      <a:tailEnd len="sm" w="sm" type="none"/>
                    </a:lnL>
                    <a:lnR cap="flat" cmpd="sng" w="12700">
                      <a:solidFill>
                        <a:srgbClr val="B6D7A8"/>
                      </a:solidFill>
                      <a:prstDash val="solid"/>
                      <a:round/>
                      <a:headEnd len="sm" w="sm" type="none"/>
                      <a:tailEnd len="sm" w="sm" type="none"/>
                    </a:lnR>
                    <a:lnT cap="flat" cmpd="sng" w="12700">
                      <a:solidFill>
                        <a:srgbClr val="B6D7A8"/>
                      </a:solidFill>
                      <a:prstDash val="solid"/>
                      <a:round/>
                      <a:headEnd len="sm" w="sm" type="none"/>
                      <a:tailEnd len="sm" w="sm" type="none"/>
                    </a:lnT>
                    <a:lnB cap="flat" cmpd="sng" w="12700">
                      <a:solidFill>
                        <a:srgbClr val="B6D7A8"/>
                      </a:solidFill>
                      <a:prstDash val="solid"/>
                      <a:round/>
                      <a:headEnd len="sm" w="sm" type="none"/>
                      <a:tailEnd len="sm" w="sm" type="none"/>
                    </a:lnB>
                    <a:solidFill>
                      <a:srgbClr val="D9EAD3"/>
                    </a:solidFill>
                  </a:tcPr>
                </a:tc>
                <a:tc>
                  <a:txBody>
                    <a:bodyPr/>
                    <a:lstStyle/>
                    <a:p>
                      <a:pPr indent="0" lvl="0" marL="0" marR="0" rtl="0" algn="l">
                        <a:lnSpc>
                          <a:spcPct val="115000"/>
                        </a:lnSpc>
                        <a:spcBef>
                          <a:spcPts val="0"/>
                        </a:spcBef>
                        <a:spcAft>
                          <a:spcPts val="0"/>
                        </a:spcAft>
                        <a:buClr>
                          <a:srgbClr val="000000"/>
                        </a:buClr>
                        <a:buSzPts val="1100"/>
                        <a:buFont typeface="Arial"/>
                        <a:buNone/>
                      </a:pPr>
                      <a:r>
                        <a:rPr lang="es-419" sz="1100" u="none" cap="none" strike="noStrike">
                          <a:latin typeface="Times New Roman"/>
                          <a:ea typeface="Times New Roman"/>
                          <a:cs typeface="Times New Roman"/>
                          <a:sym typeface="Times New Roman"/>
                        </a:rPr>
                        <a:t>Desde el módulo de productos, los usuarios autorizados podrán dar de alta nuevos productos, editar los existentes, eliminarlos o consultar su información para mantener actualizado el catálogo de ventas.</a:t>
                      </a:r>
                      <a:br>
                        <a:rPr lang="es-419" sz="1100" u="none" cap="none" strike="noStrike">
                          <a:latin typeface="Times New Roman"/>
                          <a:ea typeface="Times New Roman"/>
                          <a:cs typeface="Times New Roman"/>
                          <a:sym typeface="Times New Roman"/>
                        </a:rPr>
                      </a:br>
                      <a:endParaRPr sz="1200" u="none" cap="none" strike="noStrike">
                        <a:latin typeface="Times New Roman"/>
                        <a:ea typeface="Times New Roman"/>
                        <a:cs typeface="Times New Roman"/>
                        <a:sym typeface="Times New Roman"/>
                      </a:endParaRPr>
                    </a:p>
                  </a:txBody>
                  <a:tcPr marT="63500" marB="63500" marR="63500" marL="63500">
                    <a:lnL cap="flat" cmpd="sng" w="12700">
                      <a:solidFill>
                        <a:srgbClr val="B6D7A8"/>
                      </a:solidFill>
                      <a:prstDash val="solid"/>
                      <a:round/>
                      <a:headEnd len="sm" w="sm" type="none"/>
                      <a:tailEnd len="sm" w="sm" type="none"/>
                    </a:lnL>
                    <a:lnR cap="flat" cmpd="sng" w="12700">
                      <a:solidFill>
                        <a:srgbClr val="B6D7A8"/>
                      </a:solidFill>
                      <a:prstDash val="solid"/>
                      <a:round/>
                      <a:headEnd len="sm" w="sm" type="none"/>
                      <a:tailEnd len="sm" w="sm" type="none"/>
                    </a:lnR>
                    <a:lnT cap="flat" cmpd="sng" w="12700">
                      <a:solidFill>
                        <a:srgbClr val="B6D7A8"/>
                      </a:solidFill>
                      <a:prstDash val="solid"/>
                      <a:round/>
                      <a:headEnd len="sm" w="sm" type="none"/>
                      <a:tailEnd len="sm" w="sm" type="none"/>
                    </a:lnT>
                    <a:lnB cap="flat" cmpd="sng" w="12700">
                      <a:solidFill>
                        <a:srgbClr val="B6D7A8"/>
                      </a:solidFill>
                      <a:prstDash val="solid"/>
                      <a:round/>
                      <a:headEnd len="sm" w="sm" type="none"/>
                      <a:tailEnd len="sm" w="sm" type="none"/>
                    </a:lnB>
                    <a:solidFill>
                      <a:srgbClr val="D9EAD3"/>
                    </a:solidFill>
                  </a:tcPr>
                </a:tc>
              </a:tr>
              <a:tr h="469900">
                <a:tc>
                  <a:txBody>
                    <a:bodyPr/>
                    <a:lstStyle/>
                    <a:p>
                      <a:pPr indent="0" lvl="0" marL="0" marR="0" rtl="0" algn="l">
                        <a:lnSpc>
                          <a:spcPct val="100000"/>
                        </a:lnSpc>
                        <a:spcBef>
                          <a:spcPts val="0"/>
                        </a:spcBef>
                        <a:spcAft>
                          <a:spcPts val="0"/>
                        </a:spcAft>
                        <a:buClr>
                          <a:srgbClr val="000000"/>
                        </a:buClr>
                        <a:buSzPts val="1200"/>
                        <a:buFont typeface="Arial"/>
                        <a:buNone/>
                      </a:pPr>
                      <a:r>
                        <a:rPr b="1" lang="es-419" sz="1200" u="none" cap="none" strike="noStrike">
                          <a:latin typeface="Times New Roman"/>
                          <a:ea typeface="Times New Roman"/>
                          <a:cs typeface="Times New Roman"/>
                          <a:sym typeface="Times New Roman"/>
                        </a:rPr>
                        <a:t>Requerimientos</a:t>
                      </a:r>
                      <a:endParaRPr b="1" sz="1200" u="none" cap="none" strike="noStrike">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200"/>
                        <a:buFont typeface="Arial"/>
                        <a:buNone/>
                      </a:pPr>
                      <a:r>
                        <a:rPr b="1" lang="es-419" sz="1200" u="none" cap="none" strike="noStrike">
                          <a:latin typeface="Times New Roman"/>
                          <a:ea typeface="Times New Roman"/>
                          <a:cs typeface="Times New Roman"/>
                          <a:sym typeface="Times New Roman"/>
                        </a:rPr>
                        <a:t>no funcionales:</a:t>
                      </a:r>
                      <a:endParaRPr b="1" sz="1200" u="none" cap="none" strike="noStrike">
                        <a:latin typeface="Times New Roman"/>
                        <a:ea typeface="Times New Roman"/>
                        <a:cs typeface="Times New Roman"/>
                        <a:sym typeface="Times New Roman"/>
                      </a:endParaRPr>
                    </a:p>
                  </a:txBody>
                  <a:tcPr marT="63500" marB="63500" marR="63500" marL="63500">
                    <a:lnL cap="flat" cmpd="sng" w="12700">
                      <a:solidFill>
                        <a:srgbClr val="B6D7A8"/>
                      </a:solidFill>
                      <a:prstDash val="solid"/>
                      <a:round/>
                      <a:headEnd len="sm" w="sm" type="none"/>
                      <a:tailEnd len="sm" w="sm" type="none"/>
                    </a:lnL>
                    <a:lnR cap="flat" cmpd="sng" w="12700">
                      <a:solidFill>
                        <a:srgbClr val="B6D7A8"/>
                      </a:solidFill>
                      <a:prstDash val="solid"/>
                      <a:round/>
                      <a:headEnd len="sm" w="sm" type="none"/>
                      <a:tailEnd len="sm" w="sm" type="none"/>
                    </a:lnR>
                    <a:lnT cap="flat" cmpd="sng" w="12700">
                      <a:solidFill>
                        <a:srgbClr val="B6D7A8"/>
                      </a:solidFill>
                      <a:prstDash val="solid"/>
                      <a:round/>
                      <a:headEnd len="sm" w="sm" type="none"/>
                      <a:tailEnd len="sm" w="sm" type="none"/>
                    </a:lnT>
                    <a:lnB cap="flat" cmpd="sng" w="12700">
                      <a:solidFill>
                        <a:srgbClr val="B6D7A8"/>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200"/>
                        <a:buFont typeface="Arial"/>
                        <a:buNone/>
                      </a:pPr>
                      <a:r>
                        <a:rPr lang="es-419" sz="1200" u="none" cap="none" strike="noStrike">
                          <a:latin typeface="Times New Roman"/>
                          <a:ea typeface="Times New Roman"/>
                          <a:cs typeface="Times New Roman"/>
                          <a:sym typeface="Times New Roman"/>
                        </a:rPr>
                        <a:t>❖ RNF02</a:t>
                      </a:r>
                      <a:endParaRPr sz="1200" u="none" cap="none" strike="noStrike">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200"/>
                        <a:buFont typeface="Arial"/>
                        <a:buNone/>
                      </a:pPr>
                      <a:r>
                        <a:rPr lang="es-419" sz="1200" u="none" cap="none" strike="noStrike">
                          <a:latin typeface="Times New Roman"/>
                          <a:ea typeface="Times New Roman"/>
                          <a:cs typeface="Times New Roman"/>
                          <a:sym typeface="Times New Roman"/>
                        </a:rPr>
                        <a:t>❖ RNF03</a:t>
                      </a:r>
                      <a:endParaRPr sz="1200" u="none" cap="none" strike="noStrike">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200"/>
                        <a:buFont typeface="Arial"/>
                        <a:buNone/>
                      </a:pPr>
                      <a:r>
                        <a:rPr lang="es-419" sz="1200" u="none" cap="none" strike="noStrike">
                          <a:latin typeface="Times New Roman"/>
                          <a:ea typeface="Times New Roman"/>
                          <a:cs typeface="Times New Roman"/>
                          <a:sym typeface="Times New Roman"/>
                        </a:rPr>
                        <a:t>❖ RNF06</a:t>
                      </a:r>
                      <a:endParaRPr sz="1200" u="none" cap="none" strike="noStrike">
                        <a:latin typeface="Times New Roman"/>
                        <a:ea typeface="Times New Roman"/>
                        <a:cs typeface="Times New Roman"/>
                        <a:sym typeface="Times New Roman"/>
                      </a:endParaRPr>
                    </a:p>
                  </a:txBody>
                  <a:tcPr marT="63500" marB="63500" marR="63500" marL="63500">
                    <a:lnL cap="flat" cmpd="sng" w="12700">
                      <a:solidFill>
                        <a:srgbClr val="B6D7A8"/>
                      </a:solidFill>
                      <a:prstDash val="solid"/>
                      <a:round/>
                      <a:headEnd len="sm" w="sm" type="none"/>
                      <a:tailEnd len="sm" w="sm" type="none"/>
                    </a:lnL>
                    <a:lnR cap="flat" cmpd="sng" w="12700">
                      <a:solidFill>
                        <a:srgbClr val="B6D7A8"/>
                      </a:solidFill>
                      <a:prstDash val="solid"/>
                      <a:round/>
                      <a:headEnd len="sm" w="sm" type="none"/>
                      <a:tailEnd len="sm" w="sm" type="none"/>
                    </a:lnR>
                    <a:lnT cap="flat" cmpd="sng" w="12700">
                      <a:solidFill>
                        <a:srgbClr val="B6D7A8"/>
                      </a:solidFill>
                      <a:prstDash val="solid"/>
                      <a:round/>
                      <a:headEnd len="sm" w="sm" type="none"/>
                      <a:tailEnd len="sm" w="sm" type="none"/>
                    </a:lnT>
                    <a:lnB cap="flat" cmpd="sng" w="12700">
                      <a:solidFill>
                        <a:srgbClr val="B6D7A8"/>
                      </a:solidFill>
                      <a:prstDash val="solid"/>
                      <a:round/>
                      <a:headEnd len="sm" w="sm" type="none"/>
                      <a:tailEnd len="sm" w="sm" type="none"/>
                    </a:lnB>
                  </a:tcPr>
                </a:tc>
              </a:tr>
              <a:tr h="469900">
                <a:tc>
                  <a:txBody>
                    <a:bodyPr/>
                    <a:lstStyle/>
                    <a:p>
                      <a:pPr indent="0" lvl="0" marL="0" marR="0" rtl="0" algn="l">
                        <a:lnSpc>
                          <a:spcPct val="100000"/>
                        </a:lnSpc>
                        <a:spcBef>
                          <a:spcPts val="0"/>
                        </a:spcBef>
                        <a:spcAft>
                          <a:spcPts val="0"/>
                        </a:spcAft>
                        <a:buClr>
                          <a:srgbClr val="000000"/>
                        </a:buClr>
                        <a:buSzPts val="1200"/>
                        <a:buFont typeface="Arial"/>
                        <a:buNone/>
                      </a:pPr>
                      <a:r>
                        <a:rPr b="1" lang="es-419" sz="1200" u="none" cap="none" strike="noStrike">
                          <a:latin typeface="Times New Roman"/>
                          <a:ea typeface="Times New Roman"/>
                          <a:cs typeface="Times New Roman"/>
                          <a:sym typeface="Times New Roman"/>
                        </a:rPr>
                        <a:t>Prioridad de</a:t>
                      </a:r>
                      <a:endParaRPr b="1" sz="1200" u="none" cap="none" strike="noStrike">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200"/>
                        <a:buFont typeface="Arial"/>
                        <a:buNone/>
                      </a:pPr>
                      <a:r>
                        <a:rPr b="1" lang="es-419" sz="1200" u="none" cap="none" strike="noStrike">
                          <a:latin typeface="Times New Roman"/>
                          <a:ea typeface="Times New Roman"/>
                          <a:cs typeface="Times New Roman"/>
                          <a:sym typeface="Times New Roman"/>
                        </a:rPr>
                        <a:t>requerimiento:</a:t>
                      </a:r>
                      <a:endParaRPr b="1" sz="1200" u="none" cap="none" strike="noStrike">
                        <a:latin typeface="Times New Roman"/>
                        <a:ea typeface="Times New Roman"/>
                        <a:cs typeface="Times New Roman"/>
                        <a:sym typeface="Times New Roman"/>
                      </a:endParaRPr>
                    </a:p>
                  </a:txBody>
                  <a:tcPr marT="63500" marB="63500" marR="63500" marL="63500">
                    <a:lnL cap="flat" cmpd="sng" w="12700">
                      <a:solidFill>
                        <a:srgbClr val="B6D7A8"/>
                      </a:solidFill>
                      <a:prstDash val="solid"/>
                      <a:round/>
                      <a:headEnd len="sm" w="sm" type="none"/>
                      <a:tailEnd len="sm" w="sm" type="none"/>
                    </a:lnL>
                    <a:lnR cap="flat" cmpd="sng" w="12700">
                      <a:solidFill>
                        <a:srgbClr val="B6D7A8"/>
                      </a:solidFill>
                      <a:prstDash val="solid"/>
                      <a:round/>
                      <a:headEnd len="sm" w="sm" type="none"/>
                      <a:tailEnd len="sm" w="sm" type="none"/>
                    </a:lnR>
                    <a:lnT cap="flat" cmpd="sng" w="12700">
                      <a:solidFill>
                        <a:srgbClr val="B6D7A8"/>
                      </a:solidFill>
                      <a:prstDash val="solid"/>
                      <a:round/>
                      <a:headEnd len="sm" w="sm" type="none"/>
                      <a:tailEnd len="sm" w="sm" type="none"/>
                    </a:lnT>
                    <a:lnB cap="flat" cmpd="sng" w="12700">
                      <a:solidFill>
                        <a:srgbClr val="B6D7A8"/>
                      </a:solidFill>
                      <a:prstDash val="solid"/>
                      <a:round/>
                      <a:headEnd len="sm" w="sm" type="none"/>
                      <a:tailEnd len="sm" w="sm" type="none"/>
                    </a:lnB>
                    <a:solidFill>
                      <a:srgbClr val="D9EAD3"/>
                    </a:solidFill>
                  </a:tcPr>
                </a:tc>
                <a:tc>
                  <a:txBody>
                    <a:bodyPr/>
                    <a:lstStyle/>
                    <a:p>
                      <a:pPr indent="0" lvl="0" marL="0" marR="0" rtl="0" algn="l">
                        <a:lnSpc>
                          <a:spcPct val="100000"/>
                        </a:lnSpc>
                        <a:spcBef>
                          <a:spcPts val="0"/>
                        </a:spcBef>
                        <a:spcAft>
                          <a:spcPts val="0"/>
                        </a:spcAft>
                        <a:buClr>
                          <a:srgbClr val="000000"/>
                        </a:buClr>
                        <a:buSzPts val="1200"/>
                        <a:buFont typeface="Arial"/>
                        <a:buNone/>
                      </a:pPr>
                      <a:r>
                        <a:rPr lang="es-419" sz="1200" u="none" cap="none" strike="noStrike">
                          <a:latin typeface="Times New Roman"/>
                          <a:ea typeface="Times New Roman"/>
                          <a:cs typeface="Times New Roman"/>
                          <a:sym typeface="Times New Roman"/>
                        </a:rPr>
                        <a:t>Alta</a:t>
                      </a:r>
                      <a:endParaRPr sz="1200" u="none" cap="none" strike="noStrike">
                        <a:latin typeface="Times New Roman"/>
                        <a:ea typeface="Times New Roman"/>
                        <a:cs typeface="Times New Roman"/>
                        <a:sym typeface="Times New Roman"/>
                      </a:endParaRPr>
                    </a:p>
                  </a:txBody>
                  <a:tcPr marT="63500" marB="63500" marR="63500" marL="63500">
                    <a:lnL cap="flat" cmpd="sng" w="12700">
                      <a:solidFill>
                        <a:srgbClr val="B6D7A8"/>
                      </a:solidFill>
                      <a:prstDash val="solid"/>
                      <a:round/>
                      <a:headEnd len="sm" w="sm" type="none"/>
                      <a:tailEnd len="sm" w="sm" type="none"/>
                    </a:lnL>
                    <a:lnR cap="flat" cmpd="sng" w="12700">
                      <a:solidFill>
                        <a:srgbClr val="B6D7A8"/>
                      </a:solidFill>
                      <a:prstDash val="solid"/>
                      <a:round/>
                      <a:headEnd len="sm" w="sm" type="none"/>
                      <a:tailEnd len="sm" w="sm" type="none"/>
                    </a:lnR>
                    <a:lnT cap="flat" cmpd="sng" w="12700">
                      <a:solidFill>
                        <a:srgbClr val="B6D7A8"/>
                      </a:solidFill>
                      <a:prstDash val="solid"/>
                      <a:round/>
                      <a:headEnd len="sm" w="sm" type="none"/>
                      <a:tailEnd len="sm" w="sm" type="none"/>
                    </a:lnT>
                    <a:lnB cap="flat" cmpd="sng" w="12700">
                      <a:solidFill>
                        <a:srgbClr val="B6D7A8"/>
                      </a:solidFill>
                      <a:prstDash val="solid"/>
                      <a:round/>
                      <a:headEnd len="sm" w="sm" type="none"/>
                      <a:tailEnd len="sm" w="sm" type="none"/>
                    </a:lnB>
                    <a:solidFill>
                      <a:srgbClr val="D9EAD3"/>
                    </a:solidFill>
                  </a:tcPr>
                </a:tc>
              </a:tr>
            </a:tbl>
          </a:graphicData>
        </a:graphic>
      </p:graphicFrame>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4" name="Shape 194"/>
        <p:cNvGrpSpPr/>
        <p:nvPr/>
      </p:nvGrpSpPr>
      <p:grpSpPr>
        <a:xfrm>
          <a:off x="0" y="0"/>
          <a:ext cx="0" cy="0"/>
          <a:chOff x="0" y="0"/>
          <a:chExt cx="0" cy="0"/>
        </a:xfrm>
      </p:grpSpPr>
      <p:graphicFrame>
        <p:nvGraphicFramePr>
          <p:cNvPr id="195" name="Google Shape;195;p21"/>
          <p:cNvGraphicFramePr/>
          <p:nvPr/>
        </p:nvGraphicFramePr>
        <p:xfrm>
          <a:off x="1416050" y="242888"/>
          <a:ext cx="3000000" cy="3000000"/>
        </p:xfrm>
        <a:graphic>
          <a:graphicData uri="http://schemas.openxmlformats.org/drawingml/2006/table">
            <a:tbl>
              <a:tblPr>
                <a:noFill/>
                <a:tableStyleId>{99F3DE70-1715-4968-B29D-26007897703B}</a:tableStyleId>
              </a:tblPr>
              <a:tblGrid>
                <a:gridCol w="1257300"/>
                <a:gridCol w="5054600"/>
              </a:tblGrid>
              <a:tr h="647700">
                <a:tc>
                  <a:txBody>
                    <a:bodyPr/>
                    <a:lstStyle/>
                    <a:p>
                      <a:pPr indent="0" lvl="0" marL="0" marR="0" rtl="0" algn="l">
                        <a:lnSpc>
                          <a:spcPct val="100000"/>
                        </a:lnSpc>
                        <a:spcBef>
                          <a:spcPts val="0"/>
                        </a:spcBef>
                        <a:spcAft>
                          <a:spcPts val="0"/>
                        </a:spcAft>
                        <a:buClr>
                          <a:srgbClr val="000000"/>
                        </a:buClr>
                        <a:buSzPts val="1200"/>
                        <a:buFont typeface="Arial"/>
                        <a:buNone/>
                      </a:pPr>
                      <a:r>
                        <a:rPr b="1" lang="es-419" sz="1200" u="none" cap="none" strike="noStrike">
                          <a:latin typeface="Times New Roman"/>
                          <a:ea typeface="Times New Roman"/>
                          <a:cs typeface="Times New Roman"/>
                          <a:sym typeface="Times New Roman"/>
                        </a:rPr>
                        <a:t>Identificación</a:t>
                      </a:r>
                      <a:endParaRPr b="1" sz="1200" u="none" cap="none" strike="noStrike">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200"/>
                        <a:buFont typeface="Arial"/>
                        <a:buNone/>
                      </a:pPr>
                      <a:r>
                        <a:rPr b="1" lang="es-419" sz="1200" u="none" cap="none" strike="noStrike">
                          <a:latin typeface="Times New Roman"/>
                          <a:ea typeface="Times New Roman"/>
                          <a:cs typeface="Times New Roman"/>
                          <a:sym typeface="Times New Roman"/>
                        </a:rPr>
                        <a:t>del</a:t>
                      </a:r>
                      <a:endParaRPr b="1" sz="1200" u="none" cap="none" strike="noStrike">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200"/>
                        <a:buFont typeface="Arial"/>
                        <a:buNone/>
                      </a:pPr>
                      <a:r>
                        <a:rPr b="1" lang="es-419" sz="1200" u="none" cap="none" strike="noStrike">
                          <a:latin typeface="Times New Roman"/>
                          <a:ea typeface="Times New Roman"/>
                          <a:cs typeface="Times New Roman"/>
                          <a:sym typeface="Times New Roman"/>
                        </a:rPr>
                        <a:t>requerimiento:</a:t>
                      </a:r>
                      <a:endParaRPr b="1" sz="1200" u="none" cap="none" strike="noStrike">
                        <a:latin typeface="Times New Roman"/>
                        <a:ea typeface="Times New Roman"/>
                        <a:cs typeface="Times New Roman"/>
                        <a:sym typeface="Times New Roman"/>
                      </a:endParaRPr>
                    </a:p>
                  </a:txBody>
                  <a:tcPr marT="63500" marB="63500" marR="63500" marL="63500">
                    <a:lnL cap="flat" cmpd="sng" w="12700">
                      <a:solidFill>
                        <a:srgbClr val="B6D7A8"/>
                      </a:solidFill>
                      <a:prstDash val="solid"/>
                      <a:round/>
                      <a:headEnd len="sm" w="sm" type="none"/>
                      <a:tailEnd len="sm" w="sm" type="none"/>
                    </a:lnL>
                    <a:lnR cap="flat" cmpd="sng" w="12700">
                      <a:solidFill>
                        <a:srgbClr val="B6D7A8"/>
                      </a:solidFill>
                      <a:prstDash val="solid"/>
                      <a:round/>
                      <a:headEnd len="sm" w="sm" type="none"/>
                      <a:tailEnd len="sm" w="sm" type="none"/>
                    </a:lnR>
                    <a:lnT cap="flat" cmpd="sng" w="12700">
                      <a:solidFill>
                        <a:srgbClr val="B6D7A8"/>
                      </a:solidFill>
                      <a:prstDash val="solid"/>
                      <a:round/>
                      <a:headEnd len="sm" w="sm" type="none"/>
                      <a:tailEnd len="sm" w="sm" type="none"/>
                    </a:lnT>
                    <a:lnB cap="flat" cmpd="sng" w="12700">
                      <a:solidFill>
                        <a:srgbClr val="B6D7A8"/>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200"/>
                        <a:buFont typeface="Arial"/>
                        <a:buNone/>
                      </a:pPr>
                      <a:r>
                        <a:rPr lang="es-419" sz="1200" u="none" cap="none" strike="noStrike">
                          <a:latin typeface="Times New Roman"/>
                          <a:ea typeface="Times New Roman"/>
                          <a:cs typeface="Times New Roman"/>
                          <a:sym typeface="Times New Roman"/>
                        </a:rPr>
                        <a:t>RF06</a:t>
                      </a:r>
                      <a:endParaRPr sz="1200" u="none" cap="none" strike="noStrike">
                        <a:latin typeface="Times New Roman"/>
                        <a:ea typeface="Times New Roman"/>
                        <a:cs typeface="Times New Roman"/>
                        <a:sym typeface="Times New Roman"/>
                      </a:endParaRPr>
                    </a:p>
                  </a:txBody>
                  <a:tcPr marT="63500" marB="63500" marR="63500" marL="63500">
                    <a:lnL cap="flat" cmpd="sng" w="12700">
                      <a:solidFill>
                        <a:srgbClr val="B6D7A8"/>
                      </a:solidFill>
                      <a:prstDash val="solid"/>
                      <a:round/>
                      <a:headEnd len="sm" w="sm" type="none"/>
                      <a:tailEnd len="sm" w="sm" type="none"/>
                    </a:lnL>
                    <a:lnR cap="flat" cmpd="sng" w="12700">
                      <a:solidFill>
                        <a:srgbClr val="B6D7A8"/>
                      </a:solidFill>
                      <a:prstDash val="solid"/>
                      <a:round/>
                      <a:headEnd len="sm" w="sm" type="none"/>
                      <a:tailEnd len="sm" w="sm" type="none"/>
                    </a:lnR>
                    <a:lnT cap="flat" cmpd="sng" w="12700">
                      <a:solidFill>
                        <a:srgbClr val="B6D7A8"/>
                      </a:solidFill>
                      <a:prstDash val="solid"/>
                      <a:round/>
                      <a:headEnd len="sm" w="sm" type="none"/>
                      <a:tailEnd len="sm" w="sm" type="none"/>
                    </a:lnT>
                    <a:lnB cap="flat" cmpd="sng" w="12700">
                      <a:solidFill>
                        <a:srgbClr val="B6D7A8"/>
                      </a:solidFill>
                      <a:prstDash val="solid"/>
                      <a:round/>
                      <a:headEnd len="sm" w="sm" type="none"/>
                      <a:tailEnd len="sm" w="sm" type="none"/>
                    </a:lnB>
                  </a:tcPr>
                </a:tc>
              </a:tr>
              <a:tr h="495300">
                <a:tc>
                  <a:txBody>
                    <a:bodyPr/>
                    <a:lstStyle/>
                    <a:p>
                      <a:pPr indent="0" lvl="0" marL="0" marR="0" rtl="0" algn="l">
                        <a:lnSpc>
                          <a:spcPct val="100000"/>
                        </a:lnSpc>
                        <a:spcBef>
                          <a:spcPts val="0"/>
                        </a:spcBef>
                        <a:spcAft>
                          <a:spcPts val="0"/>
                        </a:spcAft>
                        <a:buClr>
                          <a:srgbClr val="000000"/>
                        </a:buClr>
                        <a:buSzPts val="1200"/>
                        <a:buFont typeface="Arial"/>
                        <a:buNone/>
                      </a:pPr>
                      <a:r>
                        <a:rPr b="1" lang="es-419" sz="1200" u="none" cap="none" strike="noStrike">
                          <a:latin typeface="Times New Roman"/>
                          <a:ea typeface="Times New Roman"/>
                          <a:cs typeface="Times New Roman"/>
                          <a:sym typeface="Times New Roman"/>
                        </a:rPr>
                        <a:t>Nombre del</a:t>
                      </a:r>
                      <a:endParaRPr b="1" sz="1200" u="none" cap="none" strike="noStrike">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200"/>
                        <a:buFont typeface="Arial"/>
                        <a:buNone/>
                      </a:pPr>
                      <a:r>
                        <a:rPr b="1" lang="es-419" sz="1200" u="none" cap="none" strike="noStrike">
                          <a:latin typeface="Times New Roman"/>
                          <a:ea typeface="Times New Roman"/>
                          <a:cs typeface="Times New Roman"/>
                          <a:sym typeface="Times New Roman"/>
                        </a:rPr>
                        <a:t>requerimiento:</a:t>
                      </a:r>
                      <a:endParaRPr b="1" sz="1200" u="none" cap="none" strike="noStrike">
                        <a:latin typeface="Times New Roman"/>
                        <a:ea typeface="Times New Roman"/>
                        <a:cs typeface="Times New Roman"/>
                        <a:sym typeface="Times New Roman"/>
                      </a:endParaRPr>
                    </a:p>
                  </a:txBody>
                  <a:tcPr marT="63500" marB="63500" marR="63500" marL="63500">
                    <a:lnL cap="flat" cmpd="sng" w="12700">
                      <a:solidFill>
                        <a:srgbClr val="B6D7A8"/>
                      </a:solidFill>
                      <a:prstDash val="solid"/>
                      <a:round/>
                      <a:headEnd len="sm" w="sm" type="none"/>
                      <a:tailEnd len="sm" w="sm" type="none"/>
                    </a:lnL>
                    <a:lnR cap="flat" cmpd="sng" w="12700">
                      <a:solidFill>
                        <a:srgbClr val="B6D7A8"/>
                      </a:solidFill>
                      <a:prstDash val="solid"/>
                      <a:round/>
                      <a:headEnd len="sm" w="sm" type="none"/>
                      <a:tailEnd len="sm" w="sm" type="none"/>
                    </a:lnR>
                    <a:lnT cap="flat" cmpd="sng" w="12700">
                      <a:solidFill>
                        <a:srgbClr val="B6D7A8"/>
                      </a:solidFill>
                      <a:prstDash val="solid"/>
                      <a:round/>
                      <a:headEnd len="sm" w="sm" type="none"/>
                      <a:tailEnd len="sm" w="sm" type="none"/>
                    </a:lnT>
                    <a:lnB cap="flat" cmpd="sng" w="12700">
                      <a:solidFill>
                        <a:srgbClr val="B6D7A8"/>
                      </a:solidFill>
                      <a:prstDash val="solid"/>
                      <a:round/>
                      <a:headEnd len="sm" w="sm" type="none"/>
                      <a:tailEnd len="sm" w="sm" type="none"/>
                    </a:lnB>
                    <a:solidFill>
                      <a:srgbClr val="D9EAD3"/>
                    </a:solidFill>
                  </a:tcPr>
                </a:tc>
                <a:tc>
                  <a:txBody>
                    <a:bodyPr/>
                    <a:lstStyle/>
                    <a:p>
                      <a:pPr indent="0" lvl="0" marL="0" marR="0" rtl="0" algn="l">
                        <a:lnSpc>
                          <a:spcPct val="115000"/>
                        </a:lnSpc>
                        <a:spcBef>
                          <a:spcPts val="0"/>
                        </a:spcBef>
                        <a:spcAft>
                          <a:spcPts val="0"/>
                        </a:spcAft>
                        <a:buClr>
                          <a:srgbClr val="000000"/>
                        </a:buClr>
                        <a:buSzPts val="1200"/>
                        <a:buFont typeface="Arial"/>
                        <a:buNone/>
                      </a:pPr>
                      <a:r>
                        <a:rPr b="1" lang="es-419" sz="1200" u="none" cap="none" strike="noStrike">
                          <a:latin typeface="Times New Roman"/>
                          <a:ea typeface="Times New Roman"/>
                          <a:cs typeface="Times New Roman"/>
                          <a:sym typeface="Times New Roman"/>
                        </a:rPr>
                        <a:t>Ingreso de productos</a:t>
                      </a:r>
                      <a:endParaRPr b="1" sz="900" u="none" cap="none" strike="noStrike">
                        <a:latin typeface="Times New Roman"/>
                        <a:ea typeface="Times New Roman"/>
                        <a:cs typeface="Times New Roman"/>
                        <a:sym typeface="Times New Roman"/>
                      </a:endParaRPr>
                    </a:p>
                  </a:txBody>
                  <a:tcPr marT="63500" marB="63500" marR="63500" marL="63500">
                    <a:lnL cap="flat" cmpd="sng" w="12700">
                      <a:solidFill>
                        <a:srgbClr val="B6D7A8"/>
                      </a:solidFill>
                      <a:prstDash val="solid"/>
                      <a:round/>
                      <a:headEnd len="sm" w="sm" type="none"/>
                      <a:tailEnd len="sm" w="sm" type="none"/>
                    </a:lnL>
                    <a:lnR cap="flat" cmpd="sng" w="12700">
                      <a:solidFill>
                        <a:srgbClr val="B6D7A8"/>
                      </a:solidFill>
                      <a:prstDash val="solid"/>
                      <a:round/>
                      <a:headEnd len="sm" w="sm" type="none"/>
                      <a:tailEnd len="sm" w="sm" type="none"/>
                    </a:lnR>
                    <a:lnT cap="flat" cmpd="sng" w="12700">
                      <a:solidFill>
                        <a:srgbClr val="B6D7A8"/>
                      </a:solidFill>
                      <a:prstDash val="solid"/>
                      <a:round/>
                      <a:headEnd len="sm" w="sm" type="none"/>
                      <a:tailEnd len="sm" w="sm" type="none"/>
                    </a:lnT>
                    <a:lnB cap="flat" cmpd="sng" w="12700">
                      <a:solidFill>
                        <a:srgbClr val="B6D7A8"/>
                      </a:solidFill>
                      <a:prstDash val="solid"/>
                      <a:round/>
                      <a:headEnd len="sm" w="sm" type="none"/>
                      <a:tailEnd len="sm" w="sm" type="none"/>
                    </a:lnB>
                    <a:solidFill>
                      <a:srgbClr val="D9EAD3"/>
                    </a:solidFill>
                  </a:tcPr>
                </a:tc>
              </a:tr>
              <a:tr h="304800">
                <a:tc>
                  <a:txBody>
                    <a:bodyPr/>
                    <a:lstStyle/>
                    <a:p>
                      <a:pPr indent="0" lvl="0" marL="0" marR="0" rtl="0" algn="l">
                        <a:lnSpc>
                          <a:spcPct val="100000"/>
                        </a:lnSpc>
                        <a:spcBef>
                          <a:spcPts val="0"/>
                        </a:spcBef>
                        <a:spcAft>
                          <a:spcPts val="0"/>
                        </a:spcAft>
                        <a:buClr>
                          <a:srgbClr val="000000"/>
                        </a:buClr>
                        <a:buSzPts val="1200"/>
                        <a:buFont typeface="Arial"/>
                        <a:buNone/>
                      </a:pPr>
                      <a:r>
                        <a:rPr b="1" lang="es-419" sz="1200" u="none" cap="none" strike="noStrike">
                          <a:latin typeface="Times New Roman"/>
                          <a:ea typeface="Times New Roman"/>
                          <a:cs typeface="Times New Roman"/>
                          <a:sym typeface="Times New Roman"/>
                        </a:rPr>
                        <a:t>Características:</a:t>
                      </a:r>
                      <a:endParaRPr b="1" sz="1200" u="none" cap="none" strike="noStrike">
                        <a:latin typeface="Times New Roman"/>
                        <a:ea typeface="Times New Roman"/>
                        <a:cs typeface="Times New Roman"/>
                        <a:sym typeface="Times New Roman"/>
                      </a:endParaRPr>
                    </a:p>
                  </a:txBody>
                  <a:tcPr marT="63500" marB="63500" marR="63500" marL="63500">
                    <a:lnL cap="flat" cmpd="sng" w="12700">
                      <a:solidFill>
                        <a:srgbClr val="B6D7A8"/>
                      </a:solidFill>
                      <a:prstDash val="solid"/>
                      <a:round/>
                      <a:headEnd len="sm" w="sm" type="none"/>
                      <a:tailEnd len="sm" w="sm" type="none"/>
                    </a:lnL>
                    <a:lnR cap="flat" cmpd="sng" w="12700">
                      <a:solidFill>
                        <a:srgbClr val="B6D7A8"/>
                      </a:solidFill>
                      <a:prstDash val="solid"/>
                      <a:round/>
                      <a:headEnd len="sm" w="sm" type="none"/>
                      <a:tailEnd len="sm" w="sm" type="none"/>
                    </a:lnR>
                    <a:lnT cap="flat" cmpd="sng" w="12700">
                      <a:solidFill>
                        <a:srgbClr val="B6D7A8"/>
                      </a:solidFill>
                      <a:prstDash val="solid"/>
                      <a:round/>
                      <a:headEnd len="sm" w="sm" type="none"/>
                      <a:tailEnd len="sm" w="sm" type="none"/>
                    </a:lnT>
                    <a:lnB cap="flat" cmpd="sng" w="12700">
                      <a:solidFill>
                        <a:srgbClr val="B6D7A8"/>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200"/>
                        <a:buFont typeface="Arial"/>
                        <a:buNone/>
                      </a:pPr>
                      <a:r>
                        <a:rPr lang="es-419" sz="1200" u="none" cap="none" strike="noStrike">
                          <a:latin typeface="Times New Roman"/>
                          <a:ea typeface="Times New Roman"/>
                          <a:cs typeface="Times New Roman"/>
                          <a:sym typeface="Times New Roman"/>
                        </a:rPr>
                        <a:t>El sistema debe incluir un flujo claro para el ingreso de productos, con validaciones y confirmación.</a:t>
                      </a:r>
                      <a:endParaRPr sz="1200" u="none" cap="none" strike="noStrike">
                        <a:latin typeface="Times New Roman"/>
                        <a:ea typeface="Times New Roman"/>
                        <a:cs typeface="Times New Roman"/>
                        <a:sym typeface="Times New Roman"/>
                      </a:endParaRPr>
                    </a:p>
                  </a:txBody>
                  <a:tcPr marT="63500" marB="63500" marR="63500" marL="63500">
                    <a:lnL cap="flat" cmpd="sng" w="12700">
                      <a:solidFill>
                        <a:srgbClr val="B6D7A8"/>
                      </a:solidFill>
                      <a:prstDash val="solid"/>
                      <a:round/>
                      <a:headEnd len="sm" w="sm" type="none"/>
                      <a:tailEnd len="sm" w="sm" type="none"/>
                    </a:lnL>
                    <a:lnR cap="flat" cmpd="sng" w="12700">
                      <a:solidFill>
                        <a:srgbClr val="B6D7A8"/>
                      </a:solidFill>
                      <a:prstDash val="solid"/>
                      <a:round/>
                      <a:headEnd len="sm" w="sm" type="none"/>
                      <a:tailEnd len="sm" w="sm" type="none"/>
                    </a:lnR>
                    <a:lnT cap="flat" cmpd="sng" w="12700">
                      <a:solidFill>
                        <a:srgbClr val="B6D7A8"/>
                      </a:solidFill>
                      <a:prstDash val="solid"/>
                      <a:round/>
                      <a:headEnd len="sm" w="sm" type="none"/>
                      <a:tailEnd len="sm" w="sm" type="none"/>
                    </a:lnT>
                    <a:lnB cap="flat" cmpd="sng" w="12700">
                      <a:solidFill>
                        <a:srgbClr val="B6D7A8"/>
                      </a:solidFill>
                      <a:prstDash val="solid"/>
                      <a:round/>
                      <a:headEnd len="sm" w="sm" type="none"/>
                      <a:tailEnd len="sm" w="sm" type="none"/>
                    </a:lnB>
                  </a:tcPr>
                </a:tc>
              </a:tr>
              <a:tr h="469900">
                <a:tc>
                  <a:txBody>
                    <a:bodyPr/>
                    <a:lstStyle/>
                    <a:p>
                      <a:pPr indent="0" lvl="0" marL="0" marR="0" rtl="0" algn="l">
                        <a:lnSpc>
                          <a:spcPct val="100000"/>
                        </a:lnSpc>
                        <a:spcBef>
                          <a:spcPts val="0"/>
                        </a:spcBef>
                        <a:spcAft>
                          <a:spcPts val="0"/>
                        </a:spcAft>
                        <a:buClr>
                          <a:srgbClr val="000000"/>
                        </a:buClr>
                        <a:buSzPts val="1200"/>
                        <a:buFont typeface="Arial"/>
                        <a:buNone/>
                      </a:pPr>
                      <a:r>
                        <a:rPr b="1" lang="es-419" sz="1200" u="none" cap="none" strike="noStrike">
                          <a:latin typeface="Times New Roman"/>
                          <a:ea typeface="Times New Roman"/>
                          <a:cs typeface="Times New Roman"/>
                          <a:sym typeface="Times New Roman"/>
                        </a:rPr>
                        <a:t>Descripción del</a:t>
                      </a:r>
                      <a:endParaRPr b="1" sz="1200" u="none" cap="none" strike="noStrike">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200"/>
                        <a:buFont typeface="Arial"/>
                        <a:buNone/>
                      </a:pPr>
                      <a:r>
                        <a:rPr b="1" lang="es-419" sz="1200" u="none" cap="none" strike="noStrike">
                          <a:latin typeface="Times New Roman"/>
                          <a:ea typeface="Times New Roman"/>
                          <a:cs typeface="Times New Roman"/>
                          <a:sym typeface="Times New Roman"/>
                        </a:rPr>
                        <a:t>requerimiento:</a:t>
                      </a:r>
                      <a:endParaRPr b="1" sz="1200" u="none" cap="none" strike="noStrike">
                        <a:latin typeface="Times New Roman"/>
                        <a:ea typeface="Times New Roman"/>
                        <a:cs typeface="Times New Roman"/>
                        <a:sym typeface="Times New Roman"/>
                      </a:endParaRPr>
                    </a:p>
                  </a:txBody>
                  <a:tcPr marT="63500" marB="63500" marR="63500" marL="63500">
                    <a:lnL cap="flat" cmpd="sng" w="12700">
                      <a:solidFill>
                        <a:srgbClr val="B6D7A8"/>
                      </a:solidFill>
                      <a:prstDash val="solid"/>
                      <a:round/>
                      <a:headEnd len="sm" w="sm" type="none"/>
                      <a:tailEnd len="sm" w="sm" type="none"/>
                    </a:lnL>
                    <a:lnR cap="flat" cmpd="sng" w="12700">
                      <a:solidFill>
                        <a:srgbClr val="B6D7A8"/>
                      </a:solidFill>
                      <a:prstDash val="solid"/>
                      <a:round/>
                      <a:headEnd len="sm" w="sm" type="none"/>
                      <a:tailEnd len="sm" w="sm" type="none"/>
                    </a:lnR>
                    <a:lnT cap="flat" cmpd="sng" w="12700">
                      <a:solidFill>
                        <a:srgbClr val="B6D7A8"/>
                      </a:solidFill>
                      <a:prstDash val="solid"/>
                      <a:round/>
                      <a:headEnd len="sm" w="sm" type="none"/>
                      <a:tailEnd len="sm" w="sm" type="none"/>
                    </a:lnT>
                    <a:lnB cap="flat" cmpd="sng" w="12700">
                      <a:solidFill>
                        <a:srgbClr val="B6D7A8"/>
                      </a:solidFill>
                      <a:prstDash val="solid"/>
                      <a:round/>
                      <a:headEnd len="sm" w="sm" type="none"/>
                      <a:tailEnd len="sm" w="sm" type="none"/>
                    </a:lnB>
                    <a:solidFill>
                      <a:srgbClr val="D9EAD3"/>
                    </a:solidFill>
                  </a:tcPr>
                </a:tc>
                <a:tc>
                  <a:txBody>
                    <a:bodyPr/>
                    <a:lstStyle/>
                    <a:p>
                      <a:pPr indent="0" lvl="0" marL="0" marR="0" rtl="0" algn="l">
                        <a:lnSpc>
                          <a:spcPct val="115000"/>
                        </a:lnSpc>
                        <a:spcBef>
                          <a:spcPts val="0"/>
                        </a:spcBef>
                        <a:spcAft>
                          <a:spcPts val="0"/>
                        </a:spcAft>
                        <a:buClr>
                          <a:srgbClr val="000000"/>
                        </a:buClr>
                        <a:buSzPts val="1100"/>
                        <a:buFont typeface="Arial"/>
                        <a:buNone/>
                      </a:pPr>
                      <a:r>
                        <a:rPr lang="es-419" sz="1100" u="none" cap="none" strike="noStrike">
                          <a:latin typeface="Times New Roman"/>
                          <a:ea typeface="Times New Roman"/>
                          <a:cs typeface="Times New Roman"/>
                          <a:sym typeface="Times New Roman"/>
                        </a:rPr>
                        <a:t>Los usuarios administradores, desde el módulo de productos, podrán registrar un nuevo producto accediendo al menú “Productos” desde el panel principal, haciendo clic en “Registrar producto” y llenando un formulario con los campos: nombre, categoría, precio unitario, cantidad inicial en stock, descripción y código interno. Una vez completado, deberán validar los datos antes de guardarlos y, al finalizar, el sistema mostrará una confirmación visual del registro exitoso.</a:t>
                      </a:r>
                      <a:endParaRPr sz="1200" u="none" cap="none" strike="noStrike">
                        <a:latin typeface="Times New Roman"/>
                        <a:ea typeface="Times New Roman"/>
                        <a:cs typeface="Times New Roman"/>
                        <a:sym typeface="Times New Roman"/>
                      </a:endParaRPr>
                    </a:p>
                  </a:txBody>
                  <a:tcPr marT="63500" marB="63500" marR="63500" marL="63500">
                    <a:lnL cap="flat" cmpd="sng" w="12700">
                      <a:solidFill>
                        <a:srgbClr val="B6D7A8"/>
                      </a:solidFill>
                      <a:prstDash val="solid"/>
                      <a:round/>
                      <a:headEnd len="sm" w="sm" type="none"/>
                      <a:tailEnd len="sm" w="sm" type="none"/>
                    </a:lnL>
                    <a:lnR cap="flat" cmpd="sng" w="12700">
                      <a:solidFill>
                        <a:srgbClr val="B6D7A8"/>
                      </a:solidFill>
                      <a:prstDash val="solid"/>
                      <a:round/>
                      <a:headEnd len="sm" w="sm" type="none"/>
                      <a:tailEnd len="sm" w="sm" type="none"/>
                    </a:lnR>
                    <a:lnT cap="flat" cmpd="sng" w="12700">
                      <a:solidFill>
                        <a:srgbClr val="B6D7A8"/>
                      </a:solidFill>
                      <a:prstDash val="solid"/>
                      <a:round/>
                      <a:headEnd len="sm" w="sm" type="none"/>
                      <a:tailEnd len="sm" w="sm" type="none"/>
                    </a:lnT>
                    <a:lnB cap="flat" cmpd="sng" w="12700">
                      <a:solidFill>
                        <a:srgbClr val="B6D7A8"/>
                      </a:solidFill>
                      <a:prstDash val="solid"/>
                      <a:round/>
                      <a:headEnd len="sm" w="sm" type="none"/>
                      <a:tailEnd len="sm" w="sm" type="none"/>
                    </a:lnB>
                    <a:solidFill>
                      <a:srgbClr val="D9EAD3"/>
                    </a:solidFill>
                  </a:tcPr>
                </a:tc>
              </a:tr>
              <a:tr h="469900">
                <a:tc>
                  <a:txBody>
                    <a:bodyPr/>
                    <a:lstStyle/>
                    <a:p>
                      <a:pPr indent="0" lvl="0" marL="0" marR="0" rtl="0" algn="l">
                        <a:lnSpc>
                          <a:spcPct val="100000"/>
                        </a:lnSpc>
                        <a:spcBef>
                          <a:spcPts val="0"/>
                        </a:spcBef>
                        <a:spcAft>
                          <a:spcPts val="0"/>
                        </a:spcAft>
                        <a:buClr>
                          <a:srgbClr val="000000"/>
                        </a:buClr>
                        <a:buSzPts val="1200"/>
                        <a:buFont typeface="Arial"/>
                        <a:buNone/>
                      </a:pPr>
                      <a:r>
                        <a:rPr b="1" lang="es-419" sz="1200" u="none" cap="none" strike="noStrike">
                          <a:latin typeface="Times New Roman"/>
                          <a:ea typeface="Times New Roman"/>
                          <a:cs typeface="Times New Roman"/>
                          <a:sym typeface="Times New Roman"/>
                        </a:rPr>
                        <a:t>Requerimientos</a:t>
                      </a:r>
                      <a:endParaRPr b="1" sz="1200" u="none" cap="none" strike="noStrike">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200"/>
                        <a:buFont typeface="Arial"/>
                        <a:buNone/>
                      </a:pPr>
                      <a:r>
                        <a:rPr b="1" lang="es-419" sz="1200" u="none" cap="none" strike="noStrike">
                          <a:latin typeface="Times New Roman"/>
                          <a:ea typeface="Times New Roman"/>
                          <a:cs typeface="Times New Roman"/>
                          <a:sym typeface="Times New Roman"/>
                        </a:rPr>
                        <a:t>no funcionales:</a:t>
                      </a:r>
                      <a:endParaRPr b="1" sz="1200" u="none" cap="none" strike="noStrike">
                        <a:latin typeface="Times New Roman"/>
                        <a:ea typeface="Times New Roman"/>
                        <a:cs typeface="Times New Roman"/>
                        <a:sym typeface="Times New Roman"/>
                      </a:endParaRPr>
                    </a:p>
                  </a:txBody>
                  <a:tcPr marT="63500" marB="63500" marR="63500" marL="63500">
                    <a:lnL cap="flat" cmpd="sng" w="12700">
                      <a:solidFill>
                        <a:srgbClr val="B6D7A8"/>
                      </a:solidFill>
                      <a:prstDash val="solid"/>
                      <a:round/>
                      <a:headEnd len="sm" w="sm" type="none"/>
                      <a:tailEnd len="sm" w="sm" type="none"/>
                    </a:lnL>
                    <a:lnR cap="flat" cmpd="sng" w="12700">
                      <a:solidFill>
                        <a:srgbClr val="B6D7A8"/>
                      </a:solidFill>
                      <a:prstDash val="solid"/>
                      <a:round/>
                      <a:headEnd len="sm" w="sm" type="none"/>
                      <a:tailEnd len="sm" w="sm" type="none"/>
                    </a:lnR>
                    <a:lnT cap="flat" cmpd="sng" w="12700">
                      <a:solidFill>
                        <a:srgbClr val="B6D7A8"/>
                      </a:solidFill>
                      <a:prstDash val="solid"/>
                      <a:round/>
                      <a:headEnd len="sm" w="sm" type="none"/>
                      <a:tailEnd len="sm" w="sm" type="none"/>
                    </a:lnT>
                    <a:lnB cap="flat" cmpd="sng" w="12700">
                      <a:solidFill>
                        <a:srgbClr val="B6D7A8"/>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200"/>
                        <a:buFont typeface="Arial"/>
                        <a:buNone/>
                      </a:pPr>
                      <a:r>
                        <a:rPr lang="es-419" sz="1200" u="none" cap="none" strike="noStrike">
                          <a:latin typeface="Times New Roman"/>
                          <a:ea typeface="Times New Roman"/>
                          <a:cs typeface="Times New Roman"/>
                          <a:sym typeface="Times New Roman"/>
                        </a:rPr>
                        <a:t>❖ RNF02</a:t>
                      </a:r>
                      <a:endParaRPr sz="1200" u="none" cap="none" strike="noStrike">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200"/>
                        <a:buFont typeface="Arial"/>
                        <a:buNone/>
                      </a:pPr>
                      <a:r>
                        <a:rPr lang="es-419" sz="1200" u="none" cap="none" strike="noStrike">
                          <a:latin typeface="Times New Roman"/>
                          <a:ea typeface="Times New Roman"/>
                          <a:cs typeface="Times New Roman"/>
                          <a:sym typeface="Times New Roman"/>
                        </a:rPr>
                        <a:t>❖ RNF06</a:t>
                      </a:r>
                      <a:endParaRPr sz="1200" u="none" cap="none" strike="noStrike">
                        <a:latin typeface="Times New Roman"/>
                        <a:ea typeface="Times New Roman"/>
                        <a:cs typeface="Times New Roman"/>
                        <a:sym typeface="Times New Roman"/>
                      </a:endParaRPr>
                    </a:p>
                  </a:txBody>
                  <a:tcPr marT="63500" marB="63500" marR="63500" marL="63500">
                    <a:lnL cap="flat" cmpd="sng" w="12700">
                      <a:solidFill>
                        <a:srgbClr val="B6D7A8"/>
                      </a:solidFill>
                      <a:prstDash val="solid"/>
                      <a:round/>
                      <a:headEnd len="sm" w="sm" type="none"/>
                      <a:tailEnd len="sm" w="sm" type="none"/>
                    </a:lnL>
                    <a:lnR cap="flat" cmpd="sng" w="12700">
                      <a:solidFill>
                        <a:srgbClr val="B6D7A8"/>
                      </a:solidFill>
                      <a:prstDash val="solid"/>
                      <a:round/>
                      <a:headEnd len="sm" w="sm" type="none"/>
                      <a:tailEnd len="sm" w="sm" type="none"/>
                    </a:lnR>
                    <a:lnT cap="flat" cmpd="sng" w="12700">
                      <a:solidFill>
                        <a:srgbClr val="B6D7A8"/>
                      </a:solidFill>
                      <a:prstDash val="solid"/>
                      <a:round/>
                      <a:headEnd len="sm" w="sm" type="none"/>
                      <a:tailEnd len="sm" w="sm" type="none"/>
                    </a:lnT>
                    <a:lnB cap="flat" cmpd="sng" w="12700">
                      <a:solidFill>
                        <a:srgbClr val="B6D7A8"/>
                      </a:solidFill>
                      <a:prstDash val="solid"/>
                      <a:round/>
                      <a:headEnd len="sm" w="sm" type="none"/>
                      <a:tailEnd len="sm" w="sm" type="none"/>
                    </a:lnB>
                  </a:tcPr>
                </a:tc>
              </a:tr>
              <a:tr h="469900">
                <a:tc>
                  <a:txBody>
                    <a:bodyPr/>
                    <a:lstStyle/>
                    <a:p>
                      <a:pPr indent="0" lvl="0" marL="0" marR="0" rtl="0" algn="l">
                        <a:lnSpc>
                          <a:spcPct val="100000"/>
                        </a:lnSpc>
                        <a:spcBef>
                          <a:spcPts val="0"/>
                        </a:spcBef>
                        <a:spcAft>
                          <a:spcPts val="0"/>
                        </a:spcAft>
                        <a:buClr>
                          <a:srgbClr val="000000"/>
                        </a:buClr>
                        <a:buSzPts val="1200"/>
                        <a:buFont typeface="Arial"/>
                        <a:buNone/>
                      </a:pPr>
                      <a:r>
                        <a:rPr b="1" lang="es-419" sz="1200" u="none" cap="none" strike="noStrike">
                          <a:latin typeface="Times New Roman"/>
                          <a:ea typeface="Times New Roman"/>
                          <a:cs typeface="Times New Roman"/>
                          <a:sym typeface="Times New Roman"/>
                        </a:rPr>
                        <a:t>Prioridad de</a:t>
                      </a:r>
                      <a:endParaRPr b="1" sz="1200" u="none" cap="none" strike="noStrike">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200"/>
                        <a:buFont typeface="Arial"/>
                        <a:buNone/>
                      </a:pPr>
                      <a:r>
                        <a:rPr b="1" lang="es-419" sz="1200" u="none" cap="none" strike="noStrike">
                          <a:latin typeface="Times New Roman"/>
                          <a:ea typeface="Times New Roman"/>
                          <a:cs typeface="Times New Roman"/>
                          <a:sym typeface="Times New Roman"/>
                        </a:rPr>
                        <a:t>requerimiento:</a:t>
                      </a:r>
                      <a:endParaRPr b="1" sz="1200" u="none" cap="none" strike="noStrike">
                        <a:latin typeface="Times New Roman"/>
                        <a:ea typeface="Times New Roman"/>
                        <a:cs typeface="Times New Roman"/>
                        <a:sym typeface="Times New Roman"/>
                      </a:endParaRPr>
                    </a:p>
                  </a:txBody>
                  <a:tcPr marT="63500" marB="63500" marR="63500" marL="63500">
                    <a:lnL cap="flat" cmpd="sng" w="12700">
                      <a:solidFill>
                        <a:srgbClr val="B6D7A8"/>
                      </a:solidFill>
                      <a:prstDash val="solid"/>
                      <a:round/>
                      <a:headEnd len="sm" w="sm" type="none"/>
                      <a:tailEnd len="sm" w="sm" type="none"/>
                    </a:lnL>
                    <a:lnR cap="flat" cmpd="sng" w="12700">
                      <a:solidFill>
                        <a:srgbClr val="B6D7A8"/>
                      </a:solidFill>
                      <a:prstDash val="solid"/>
                      <a:round/>
                      <a:headEnd len="sm" w="sm" type="none"/>
                      <a:tailEnd len="sm" w="sm" type="none"/>
                    </a:lnR>
                    <a:lnT cap="flat" cmpd="sng" w="12700">
                      <a:solidFill>
                        <a:srgbClr val="B6D7A8"/>
                      </a:solidFill>
                      <a:prstDash val="solid"/>
                      <a:round/>
                      <a:headEnd len="sm" w="sm" type="none"/>
                      <a:tailEnd len="sm" w="sm" type="none"/>
                    </a:lnT>
                    <a:lnB cap="flat" cmpd="sng" w="12700">
                      <a:solidFill>
                        <a:srgbClr val="B6D7A8"/>
                      </a:solidFill>
                      <a:prstDash val="solid"/>
                      <a:round/>
                      <a:headEnd len="sm" w="sm" type="none"/>
                      <a:tailEnd len="sm" w="sm" type="none"/>
                    </a:lnB>
                    <a:solidFill>
                      <a:srgbClr val="D9EAD3"/>
                    </a:solidFill>
                  </a:tcPr>
                </a:tc>
                <a:tc>
                  <a:txBody>
                    <a:bodyPr/>
                    <a:lstStyle/>
                    <a:p>
                      <a:pPr indent="0" lvl="0" marL="0" marR="0" rtl="0" algn="l">
                        <a:lnSpc>
                          <a:spcPct val="100000"/>
                        </a:lnSpc>
                        <a:spcBef>
                          <a:spcPts val="0"/>
                        </a:spcBef>
                        <a:spcAft>
                          <a:spcPts val="0"/>
                        </a:spcAft>
                        <a:buClr>
                          <a:srgbClr val="000000"/>
                        </a:buClr>
                        <a:buSzPts val="1200"/>
                        <a:buFont typeface="Arial"/>
                        <a:buNone/>
                      </a:pPr>
                      <a:r>
                        <a:rPr lang="es-419" sz="1200" u="none" cap="none" strike="noStrike">
                          <a:latin typeface="Times New Roman"/>
                          <a:ea typeface="Times New Roman"/>
                          <a:cs typeface="Times New Roman"/>
                          <a:sym typeface="Times New Roman"/>
                        </a:rPr>
                        <a:t>Alta</a:t>
                      </a:r>
                      <a:endParaRPr sz="1200" u="none" cap="none" strike="noStrike">
                        <a:latin typeface="Times New Roman"/>
                        <a:ea typeface="Times New Roman"/>
                        <a:cs typeface="Times New Roman"/>
                        <a:sym typeface="Times New Roman"/>
                      </a:endParaRPr>
                    </a:p>
                  </a:txBody>
                  <a:tcPr marT="63500" marB="63500" marR="63500" marL="63500">
                    <a:lnL cap="flat" cmpd="sng" w="12700">
                      <a:solidFill>
                        <a:srgbClr val="B6D7A8"/>
                      </a:solidFill>
                      <a:prstDash val="solid"/>
                      <a:round/>
                      <a:headEnd len="sm" w="sm" type="none"/>
                      <a:tailEnd len="sm" w="sm" type="none"/>
                    </a:lnL>
                    <a:lnR cap="flat" cmpd="sng" w="12700">
                      <a:solidFill>
                        <a:srgbClr val="B6D7A8"/>
                      </a:solidFill>
                      <a:prstDash val="solid"/>
                      <a:round/>
                      <a:headEnd len="sm" w="sm" type="none"/>
                      <a:tailEnd len="sm" w="sm" type="none"/>
                    </a:lnR>
                    <a:lnT cap="flat" cmpd="sng" w="12700">
                      <a:solidFill>
                        <a:srgbClr val="B6D7A8"/>
                      </a:solidFill>
                      <a:prstDash val="solid"/>
                      <a:round/>
                      <a:headEnd len="sm" w="sm" type="none"/>
                      <a:tailEnd len="sm" w="sm" type="none"/>
                    </a:lnT>
                    <a:lnB cap="flat" cmpd="sng" w="12700">
                      <a:solidFill>
                        <a:srgbClr val="B6D7A8"/>
                      </a:solidFill>
                      <a:prstDash val="solid"/>
                      <a:round/>
                      <a:headEnd len="sm" w="sm" type="none"/>
                      <a:tailEnd len="sm" w="sm" type="none"/>
                    </a:lnB>
                    <a:solidFill>
                      <a:srgbClr val="D9EAD3"/>
                    </a:solidFill>
                  </a:tcPr>
                </a:tc>
              </a:tr>
            </a:tbl>
          </a:graphicData>
        </a:graphic>
      </p:graphicFrame>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9" name="Shape 199"/>
        <p:cNvGrpSpPr/>
        <p:nvPr/>
      </p:nvGrpSpPr>
      <p:grpSpPr>
        <a:xfrm>
          <a:off x="0" y="0"/>
          <a:ext cx="0" cy="0"/>
          <a:chOff x="0" y="0"/>
          <a:chExt cx="0" cy="0"/>
        </a:xfrm>
      </p:grpSpPr>
      <p:graphicFrame>
        <p:nvGraphicFramePr>
          <p:cNvPr id="200" name="Google Shape;200;p22"/>
          <p:cNvGraphicFramePr/>
          <p:nvPr/>
        </p:nvGraphicFramePr>
        <p:xfrm>
          <a:off x="1416050" y="866775"/>
          <a:ext cx="3000000" cy="3000000"/>
        </p:xfrm>
        <a:graphic>
          <a:graphicData uri="http://schemas.openxmlformats.org/drawingml/2006/table">
            <a:tbl>
              <a:tblPr>
                <a:noFill/>
                <a:tableStyleId>{99F3DE70-1715-4968-B29D-26007897703B}</a:tableStyleId>
              </a:tblPr>
              <a:tblGrid>
                <a:gridCol w="1257300"/>
                <a:gridCol w="5054600"/>
              </a:tblGrid>
              <a:tr h="647700">
                <a:tc>
                  <a:txBody>
                    <a:bodyPr/>
                    <a:lstStyle/>
                    <a:p>
                      <a:pPr indent="0" lvl="0" marL="0" marR="0" rtl="0" algn="l">
                        <a:lnSpc>
                          <a:spcPct val="100000"/>
                        </a:lnSpc>
                        <a:spcBef>
                          <a:spcPts val="0"/>
                        </a:spcBef>
                        <a:spcAft>
                          <a:spcPts val="0"/>
                        </a:spcAft>
                        <a:buClr>
                          <a:srgbClr val="000000"/>
                        </a:buClr>
                        <a:buSzPts val="1200"/>
                        <a:buFont typeface="Arial"/>
                        <a:buNone/>
                      </a:pPr>
                      <a:r>
                        <a:rPr b="1" lang="es-419" sz="1200" u="none" cap="none" strike="noStrike">
                          <a:latin typeface="Times New Roman"/>
                          <a:ea typeface="Times New Roman"/>
                          <a:cs typeface="Times New Roman"/>
                          <a:sym typeface="Times New Roman"/>
                        </a:rPr>
                        <a:t>Identificación</a:t>
                      </a:r>
                      <a:endParaRPr b="1" sz="1200" u="none" cap="none" strike="noStrike">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200"/>
                        <a:buFont typeface="Arial"/>
                        <a:buNone/>
                      </a:pPr>
                      <a:r>
                        <a:rPr b="1" lang="es-419" sz="1200" u="none" cap="none" strike="noStrike">
                          <a:latin typeface="Times New Roman"/>
                          <a:ea typeface="Times New Roman"/>
                          <a:cs typeface="Times New Roman"/>
                          <a:sym typeface="Times New Roman"/>
                        </a:rPr>
                        <a:t>del</a:t>
                      </a:r>
                      <a:endParaRPr b="1" sz="1200" u="none" cap="none" strike="noStrike">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200"/>
                        <a:buFont typeface="Arial"/>
                        <a:buNone/>
                      </a:pPr>
                      <a:r>
                        <a:rPr b="1" lang="es-419" sz="1200" u="none" cap="none" strike="noStrike">
                          <a:latin typeface="Times New Roman"/>
                          <a:ea typeface="Times New Roman"/>
                          <a:cs typeface="Times New Roman"/>
                          <a:sym typeface="Times New Roman"/>
                        </a:rPr>
                        <a:t>requerimiento:</a:t>
                      </a:r>
                      <a:endParaRPr b="1" sz="1200" u="none" cap="none" strike="noStrike">
                        <a:latin typeface="Times New Roman"/>
                        <a:ea typeface="Times New Roman"/>
                        <a:cs typeface="Times New Roman"/>
                        <a:sym typeface="Times New Roman"/>
                      </a:endParaRPr>
                    </a:p>
                  </a:txBody>
                  <a:tcPr marT="63500" marB="63500" marR="63500" marL="63500">
                    <a:lnL cap="flat" cmpd="sng" w="12700">
                      <a:solidFill>
                        <a:srgbClr val="B6D7A8"/>
                      </a:solidFill>
                      <a:prstDash val="solid"/>
                      <a:round/>
                      <a:headEnd len="sm" w="sm" type="none"/>
                      <a:tailEnd len="sm" w="sm" type="none"/>
                    </a:lnL>
                    <a:lnR cap="flat" cmpd="sng" w="12700">
                      <a:solidFill>
                        <a:srgbClr val="B6D7A8"/>
                      </a:solidFill>
                      <a:prstDash val="solid"/>
                      <a:round/>
                      <a:headEnd len="sm" w="sm" type="none"/>
                      <a:tailEnd len="sm" w="sm" type="none"/>
                    </a:lnR>
                    <a:lnT cap="flat" cmpd="sng" w="12700">
                      <a:solidFill>
                        <a:srgbClr val="B6D7A8"/>
                      </a:solidFill>
                      <a:prstDash val="solid"/>
                      <a:round/>
                      <a:headEnd len="sm" w="sm" type="none"/>
                      <a:tailEnd len="sm" w="sm" type="none"/>
                    </a:lnT>
                    <a:lnB cap="flat" cmpd="sng" w="12700">
                      <a:solidFill>
                        <a:srgbClr val="B6D7A8"/>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200"/>
                        <a:buFont typeface="Arial"/>
                        <a:buNone/>
                      </a:pPr>
                      <a:r>
                        <a:rPr lang="es-419" sz="1200" u="none" cap="none" strike="noStrike">
                          <a:latin typeface="Times New Roman"/>
                          <a:ea typeface="Times New Roman"/>
                          <a:cs typeface="Times New Roman"/>
                          <a:sym typeface="Times New Roman"/>
                        </a:rPr>
                        <a:t>RF07</a:t>
                      </a:r>
                      <a:endParaRPr sz="1200" u="none" cap="none" strike="noStrike">
                        <a:latin typeface="Times New Roman"/>
                        <a:ea typeface="Times New Roman"/>
                        <a:cs typeface="Times New Roman"/>
                        <a:sym typeface="Times New Roman"/>
                      </a:endParaRPr>
                    </a:p>
                  </a:txBody>
                  <a:tcPr marT="63500" marB="63500" marR="63500" marL="63500">
                    <a:lnL cap="flat" cmpd="sng" w="12700">
                      <a:solidFill>
                        <a:srgbClr val="B6D7A8"/>
                      </a:solidFill>
                      <a:prstDash val="solid"/>
                      <a:round/>
                      <a:headEnd len="sm" w="sm" type="none"/>
                      <a:tailEnd len="sm" w="sm" type="none"/>
                    </a:lnL>
                    <a:lnR cap="flat" cmpd="sng" w="12700">
                      <a:solidFill>
                        <a:srgbClr val="B6D7A8"/>
                      </a:solidFill>
                      <a:prstDash val="solid"/>
                      <a:round/>
                      <a:headEnd len="sm" w="sm" type="none"/>
                      <a:tailEnd len="sm" w="sm" type="none"/>
                    </a:lnR>
                    <a:lnT cap="flat" cmpd="sng" w="12700">
                      <a:solidFill>
                        <a:srgbClr val="B6D7A8"/>
                      </a:solidFill>
                      <a:prstDash val="solid"/>
                      <a:round/>
                      <a:headEnd len="sm" w="sm" type="none"/>
                      <a:tailEnd len="sm" w="sm" type="none"/>
                    </a:lnT>
                    <a:lnB cap="flat" cmpd="sng" w="12700">
                      <a:solidFill>
                        <a:srgbClr val="B6D7A8"/>
                      </a:solidFill>
                      <a:prstDash val="solid"/>
                      <a:round/>
                      <a:headEnd len="sm" w="sm" type="none"/>
                      <a:tailEnd len="sm" w="sm" type="none"/>
                    </a:lnB>
                  </a:tcPr>
                </a:tc>
              </a:tr>
              <a:tr h="495300">
                <a:tc>
                  <a:txBody>
                    <a:bodyPr/>
                    <a:lstStyle/>
                    <a:p>
                      <a:pPr indent="0" lvl="0" marL="0" marR="0" rtl="0" algn="l">
                        <a:lnSpc>
                          <a:spcPct val="100000"/>
                        </a:lnSpc>
                        <a:spcBef>
                          <a:spcPts val="0"/>
                        </a:spcBef>
                        <a:spcAft>
                          <a:spcPts val="0"/>
                        </a:spcAft>
                        <a:buClr>
                          <a:srgbClr val="000000"/>
                        </a:buClr>
                        <a:buSzPts val="1200"/>
                        <a:buFont typeface="Arial"/>
                        <a:buNone/>
                      </a:pPr>
                      <a:r>
                        <a:rPr b="1" lang="es-419" sz="1200" u="none" cap="none" strike="noStrike">
                          <a:latin typeface="Times New Roman"/>
                          <a:ea typeface="Times New Roman"/>
                          <a:cs typeface="Times New Roman"/>
                          <a:sym typeface="Times New Roman"/>
                        </a:rPr>
                        <a:t>Nombre del</a:t>
                      </a:r>
                      <a:endParaRPr b="1" sz="1200" u="none" cap="none" strike="noStrike">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200"/>
                        <a:buFont typeface="Arial"/>
                        <a:buNone/>
                      </a:pPr>
                      <a:r>
                        <a:rPr b="1" lang="es-419" sz="1200" u="none" cap="none" strike="noStrike">
                          <a:latin typeface="Times New Roman"/>
                          <a:ea typeface="Times New Roman"/>
                          <a:cs typeface="Times New Roman"/>
                          <a:sym typeface="Times New Roman"/>
                        </a:rPr>
                        <a:t>requerimiento:</a:t>
                      </a:r>
                      <a:endParaRPr b="1" sz="1200" u="none" cap="none" strike="noStrike">
                        <a:latin typeface="Times New Roman"/>
                        <a:ea typeface="Times New Roman"/>
                        <a:cs typeface="Times New Roman"/>
                        <a:sym typeface="Times New Roman"/>
                      </a:endParaRPr>
                    </a:p>
                  </a:txBody>
                  <a:tcPr marT="63500" marB="63500" marR="63500" marL="63500">
                    <a:lnL cap="flat" cmpd="sng" w="12700">
                      <a:solidFill>
                        <a:srgbClr val="B6D7A8"/>
                      </a:solidFill>
                      <a:prstDash val="solid"/>
                      <a:round/>
                      <a:headEnd len="sm" w="sm" type="none"/>
                      <a:tailEnd len="sm" w="sm" type="none"/>
                    </a:lnL>
                    <a:lnR cap="flat" cmpd="sng" w="12700">
                      <a:solidFill>
                        <a:srgbClr val="B6D7A8"/>
                      </a:solidFill>
                      <a:prstDash val="solid"/>
                      <a:round/>
                      <a:headEnd len="sm" w="sm" type="none"/>
                      <a:tailEnd len="sm" w="sm" type="none"/>
                    </a:lnR>
                    <a:lnT cap="flat" cmpd="sng" w="12700">
                      <a:solidFill>
                        <a:srgbClr val="B6D7A8"/>
                      </a:solidFill>
                      <a:prstDash val="solid"/>
                      <a:round/>
                      <a:headEnd len="sm" w="sm" type="none"/>
                      <a:tailEnd len="sm" w="sm" type="none"/>
                    </a:lnT>
                    <a:lnB cap="flat" cmpd="sng" w="12700">
                      <a:solidFill>
                        <a:srgbClr val="B6D7A8"/>
                      </a:solidFill>
                      <a:prstDash val="solid"/>
                      <a:round/>
                      <a:headEnd len="sm" w="sm" type="none"/>
                      <a:tailEnd len="sm" w="sm" type="none"/>
                    </a:lnB>
                    <a:solidFill>
                      <a:srgbClr val="D9EAD3"/>
                    </a:solidFill>
                  </a:tcPr>
                </a:tc>
                <a:tc>
                  <a:txBody>
                    <a:bodyPr/>
                    <a:lstStyle/>
                    <a:p>
                      <a:pPr indent="0" lvl="0" marL="0" marR="0" rtl="0" algn="l">
                        <a:lnSpc>
                          <a:spcPct val="115000"/>
                        </a:lnSpc>
                        <a:spcBef>
                          <a:spcPts val="0"/>
                        </a:spcBef>
                        <a:spcAft>
                          <a:spcPts val="0"/>
                        </a:spcAft>
                        <a:buClr>
                          <a:srgbClr val="000000"/>
                        </a:buClr>
                        <a:buSzPts val="1200"/>
                        <a:buFont typeface="Arial"/>
                        <a:buNone/>
                      </a:pPr>
                      <a:r>
                        <a:rPr b="1" lang="es-419" sz="1200" u="none" cap="none" strike="noStrike">
                          <a:latin typeface="Times New Roman"/>
                          <a:ea typeface="Times New Roman"/>
                          <a:cs typeface="Times New Roman"/>
                          <a:sym typeface="Times New Roman"/>
                        </a:rPr>
                        <a:t>Gestión de ventas</a:t>
                      </a:r>
                      <a:endParaRPr b="1" sz="900" u="none" cap="none" strike="noStrike">
                        <a:latin typeface="Times New Roman"/>
                        <a:ea typeface="Times New Roman"/>
                        <a:cs typeface="Times New Roman"/>
                        <a:sym typeface="Times New Roman"/>
                      </a:endParaRPr>
                    </a:p>
                  </a:txBody>
                  <a:tcPr marT="63500" marB="63500" marR="63500" marL="63500">
                    <a:lnL cap="flat" cmpd="sng" w="12700">
                      <a:solidFill>
                        <a:srgbClr val="B6D7A8"/>
                      </a:solidFill>
                      <a:prstDash val="solid"/>
                      <a:round/>
                      <a:headEnd len="sm" w="sm" type="none"/>
                      <a:tailEnd len="sm" w="sm" type="none"/>
                    </a:lnL>
                    <a:lnR cap="flat" cmpd="sng" w="12700">
                      <a:solidFill>
                        <a:srgbClr val="B6D7A8"/>
                      </a:solidFill>
                      <a:prstDash val="solid"/>
                      <a:round/>
                      <a:headEnd len="sm" w="sm" type="none"/>
                      <a:tailEnd len="sm" w="sm" type="none"/>
                    </a:lnR>
                    <a:lnT cap="flat" cmpd="sng" w="12700">
                      <a:solidFill>
                        <a:srgbClr val="B6D7A8"/>
                      </a:solidFill>
                      <a:prstDash val="solid"/>
                      <a:round/>
                      <a:headEnd len="sm" w="sm" type="none"/>
                      <a:tailEnd len="sm" w="sm" type="none"/>
                    </a:lnT>
                    <a:lnB cap="flat" cmpd="sng" w="12700">
                      <a:solidFill>
                        <a:srgbClr val="B6D7A8"/>
                      </a:solidFill>
                      <a:prstDash val="solid"/>
                      <a:round/>
                      <a:headEnd len="sm" w="sm" type="none"/>
                      <a:tailEnd len="sm" w="sm" type="none"/>
                    </a:lnB>
                    <a:solidFill>
                      <a:srgbClr val="D9EAD3"/>
                    </a:solidFill>
                  </a:tcPr>
                </a:tc>
              </a:tr>
              <a:tr h="304800">
                <a:tc>
                  <a:txBody>
                    <a:bodyPr/>
                    <a:lstStyle/>
                    <a:p>
                      <a:pPr indent="0" lvl="0" marL="0" marR="0" rtl="0" algn="l">
                        <a:lnSpc>
                          <a:spcPct val="100000"/>
                        </a:lnSpc>
                        <a:spcBef>
                          <a:spcPts val="0"/>
                        </a:spcBef>
                        <a:spcAft>
                          <a:spcPts val="0"/>
                        </a:spcAft>
                        <a:buClr>
                          <a:srgbClr val="000000"/>
                        </a:buClr>
                        <a:buSzPts val="1200"/>
                        <a:buFont typeface="Arial"/>
                        <a:buNone/>
                      </a:pPr>
                      <a:r>
                        <a:rPr b="1" lang="es-419" sz="1200" u="none" cap="none" strike="noStrike">
                          <a:latin typeface="Times New Roman"/>
                          <a:ea typeface="Times New Roman"/>
                          <a:cs typeface="Times New Roman"/>
                          <a:sym typeface="Times New Roman"/>
                        </a:rPr>
                        <a:t>Características:</a:t>
                      </a:r>
                      <a:endParaRPr b="1" sz="1200" u="none" cap="none" strike="noStrike">
                        <a:latin typeface="Times New Roman"/>
                        <a:ea typeface="Times New Roman"/>
                        <a:cs typeface="Times New Roman"/>
                        <a:sym typeface="Times New Roman"/>
                      </a:endParaRPr>
                    </a:p>
                  </a:txBody>
                  <a:tcPr marT="63500" marB="63500" marR="63500" marL="63500">
                    <a:lnL cap="flat" cmpd="sng" w="12700">
                      <a:solidFill>
                        <a:srgbClr val="B6D7A8"/>
                      </a:solidFill>
                      <a:prstDash val="solid"/>
                      <a:round/>
                      <a:headEnd len="sm" w="sm" type="none"/>
                      <a:tailEnd len="sm" w="sm" type="none"/>
                    </a:lnL>
                    <a:lnR cap="flat" cmpd="sng" w="12700">
                      <a:solidFill>
                        <a:srgbClr val="B6D7A8"/>
                      </a:solidFill>
                      <a:prstDash val="solid"/>
                      <a:round/>
                      <a:headEnd len="sm" w="sm" type="none"/>
                      <a:tailEnd len="sm" w="sm" type="none"/>
                    </a:lnR>
                    <a:lnT cap="flat" cmpd="sng" w="12700">
                      <a:solidFill>
                        <a:srgbClr val="B6D7A8"/>
                      </a:solidFill>
                      <a:prstDash val="solid"/>
                      <a:round/>
                      <a:headEnd len="sm" w="sm" type="none"/>
                      <a:tailEnd len="sm" w="sm" type="none"/>
                    </a:lnT>
                    <a:lnB cap="flat" cmpd="sng" w="12700">
                      <a:solidFill>
                        <a:srgbClr val="B6D7A8"/>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200"/>
                        <a:buFont typeface="Arial"/>
                        <a:buNone/>
                      </a:pPr>
                      <a:r>
                        <a:rPr lang="es-419" sz="1200" u="none" cap="none" strike="noStrike">
                          <a:latin typeface="Times New Roman"/>
                          <a:ea typeface="Times New Roman"/>
                          <a:cs typeface="Times New Roman"/>
                          <a:sym typeface="Times New Roman"/>
                        </a:rPr>
                        <a:t>El usuario puede registrar una nueva venta.</a:t>
                      </a:r>
                      <a:endParaRPr sz="1200" u="none" cap="none" strike="noStrike">
                        <a:latin typeface="Times New Roman"/>
                        <a:ea typeface="Times New Roman"/>
                        <a:cs typeface="Times New Roman"/>
                        <a:sym typeface="Times New Roman"/>
                      </a:endParaRPr>
                    </a:p>
                  </a:txBody>
                  <a:tcPr marT="63500" marB="63500" marR="63500" marL="63500">
                    <a:lnL cap="flat" cmpd="sng" w="12700">
                      <a:solidFill>
                        <a:srgbClr val="B6D7A8"/>
                      </a:solidFill>
                      <a:prstDash val="solid"/>
                      <a:round/>
                      <a:headEnd len="sm" w="sm" type="none"/>
                      <a:tailEnd len="sm" w="sm" type="none"/>
                    </a:lnL>
                    <a:lnR cap="flat" cmpd="sng" w="12700">
                      <a:solidFill>
                        <a:srgbClr val="B6D7A8"/>
                      </a:solidFill>
                      <a:prstDash val="solid"/>
                      <a:round/>
                      <a:headEnd len="sm" w="sm" type="none"/>
                      <a:tailEnd len="sm" w="sm" type="none"/>
                    </a:lnR>
                    <a:lnT cap="flat" cmpd="sng" w="12700">
                      <a:solidFill>
                        <a:srgbClr val="B6D7A8"/>
                      </a:solidFill>
                      <a:prstDash val="solid"/>
                      <a:round/>
                      <a:headEnd len="sm" w="sm" type="none"/>
                      <a:tailEnd len="sm" w="sm" type="none"/>
                    </a:lnT>
                    <a:lnB cap="flat" cmpd="sng" w="12700">
                      <a:solidFill>
                        <a:srgbClr val="B6D7A8"/>
                      </a:solidFill>
                      <a:prstDash val="solid"/>
                      <a:round/>
                      <a:headEnd len="sm" w="sm" type="none"/>
                      <a:tailEnd len="sm" w="sm" type="none"/>
                    </a:lnB>
                  </a:tcPr>
                </a:tc>
              </a:tr>
              <a:tr h="469900">
                <a:tc>
                  <a:txBody>
                    <a:bodyPr/>
                    <a:lstStyle/>
                    <a:p>
                      <a:pPr indent="0" lvl="0" marL="0" marR="0" rtl="0" algn="l">
                        <a:lnSpc>
                          <a:spcPct val="100000"/>
                        </a:lnSpc>
                        <a:spcBef>
                          <a:spcPts val="0"/>
                        </a:spcBef>
                        <a:spcAft>
                          <a:spcPts val="0"/>
                        </a:spcAft>
                        <a:buClr>
                          <a:srgbClr val="000000"/>
                        </a:buClr>
                        <a:buSzPts val="1200"/>
                        <a:buFont typeface="Arial"/>
                        <a:buNone/>
                      </a:pPr>
                      <a:r>
                        <a:rPr b="1" lang="es-419" sz="1200" u="none" cap="none" strike="noStrike">
                          <a:latin typeface="Times New Roman"/>
                          <a:ea typeface="Times New Roman"/>
                          <a:cs typeface="Times New Roman"/>
                          <a:sym typeface="Times New Roman"/>
                        </a:rPr>
                        <a:t>Descripción del</a:t>
                      </a:r>
                      <a:endParaRPr b="1" sz="1200" u="none" cap="none" strike="noStrike">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200"/>
                        <a:buFont typeface="Arial"/>
                        <a:buNone/>
                      </a:pPr>
                      <a:r>
                        <a:rPr b="1" lang="es-419" sz="1200" u="none" cap="none" strike="noStrike">
                          <a:latin typeface="Times New Roman"/>
                          <a:ea typeface="Times New Roman"/>
                          <a:cs typeface="Times New Roman"/>
                          <a:sym typeface="Times New Roman"/>
                        </a:rPr>
                        <a:t>requerimiento:</a:t>
                      </a:r>
                      <a:endParaRPr b="1" sz="1200" u="none" cap="none" strike="noStrike">
                        <a:latin typeface="Times New Roman"/>
                        <a:ea typeface="Times New Roman"/>
                        <a:cs typeface="Times New Roman"/>
                        <a:sym typeface="Times New Roman"/>
                      </a:endParaRPr>
                    </a:p>
                  </a:txBody>
                  <a:tcPr marT="63500" marB="63500" marR="63500" marL="63500">
                    <a:lnL cap="flat" cmpd="sng" w="12700">
                      <a:solidFill>
                        <a:srgbClr val="B6D7A8"/>
                      </a:solidFill>
                      <a:prstDash val="solid"/>
                      <a:round/>
                      <a:headEnd len="sm" w="sm" type="none"/>
                      <a:tailEnd len="sm" w="sm" type="none"/>
                    </a:lnL>
                    <a:lnR cap="flat" cmpd="sng" w="12700">
                      <a:solidFill>
                        <a:srgbClr val="B6D7A8"/>
                      </a:solidFill>
                      <a:prstDash val="solid"/>
                      <a:round/>
                      <a:headEnd len="sm" w="sm" type="none"/>
                      <a:tailEnd len="sm" w="sm" type="none"/>
                    </a:lnR>
                    <a:lnT cap="flat" cmpd="sng" w="12700">
                      <a:solidFill>
                        <a:srgbClr val="B6D7A8"/>
                      </a:solidFill>
                      <a:prstDash val="solid"/>
                      <a:round/>
                      <a:headEnd len="sm" w="sm" type="none"/>
                      <a:tailEnd len="sm" w="sm" type="none"/>
                    </a:lnT>
                    <a:lnB cap="flat" cmpd="sng" w="12700">
                      <a:solidFill>
                        <a:srgbClr val="B6D7A8"/>
                      </a:solidFill>
                      <a:prstDash val="solid"/>
                      <a:round/>
                      <a:headEnd len="sm" w="sm" type="none"/>
                      <a:tailEnd len="sm" w="sm" type="none"/>
                    </a:lnB>
                    <a:solidFill>
                      <a:srgbClr val="D9EAD3"/>
                    </a:solidFill>
                  </a:tcPr>
                </a:tc>
                <a:tc>
                  <a:txBody>
                    <a:bodyPr/>
                    <a:lstStyle/>
                    <a:p>
                      <a:pPr indent="0" lvl="0" marL="0" marR="0" rtl="0" algn="l">
                        <a:lnSpc>
                          <a:spcPct val="115000"/>
                        </a:lnSpc>
                        <a:spcBef>
                          <a:spcPts val="0"/>
                        </a:spcBef>
                        <a:spcAft>
                          <a:spcPts val="0"/>
                        </a:spcAft>
                        <a:buClr>
                          <a:srgbClr val="000000"/>
                        </a:buClr>
                        <a:buSzPts val="1100"/>
                        <a:buFont typeface="Arial"/>
                        <a:buNone/>
                      </a:pPr>
                      <a:r>
                        <a:rPr lang="es-419" sz="1100" u="none" cap="none" strike="noStrike">
                          <a:latin typeface="Times New Roman"/>
                          <a:ea typeface="Times New Roman"/>
                          <a:cs typeface="Times New Roman"/>
                          <a:sym typeface="Times New Roman"/>
                        </a:rPr>
                        <a:t>El sistema debe permitir registrar, consultar, modificar y eliminar ventas realizadas, así como generar reportes relacionados.</a:t>
                      </a:r>
                      <a:endParaRPr sz="1200" u="none" cap="none" strike="noStrike">
                        <a:latin typeface="Times New Roman"/>
                        <a:ea typeface="Times New Roman"/>
                        <a:cs typeface="Times New Roman"/>
                        <a:sym typeface="Times New Roman"/>
                      </a:endParaRPr>
                    </a:p>
                  </a:txBody>
                  <a:tcPr marT="63500" marB="63500" marR="63500" marL="63500">
                    <a:lnL cap="flat" cmpd="sng" w="12700">
                      <a:solidFill>
                        <a:srgbClr val="B6D7A8"/>
                      </a:solidFill>
                      <a:prstDash val="solid"/>
                      <a:round/>
                      <a:headEnd len="sm" w="sm" type="none"/>
                      <a:tailEnd len="sm" w="sm" type="none"/>
                    </a:lnL>
                    <a:lnR cap="flat" cmpd="sng" w="12700">
                      <a:solidFill>
                        <a:srgbClr val="B6D7A8"/>
                      </a:solidFill>
                      <a:prstDash val="solid"/>
                      <a:round/>
                      <a:headEnd len="sm" w="sm" type="none"/>
                      <a:tailEnd len="sm" w="sm" type="none"/>
                    </a:lnR>
                    <a:lnT cap="flat" cmpd="sng" w="12700">
                      <a:solidFill>
                        <a:srgbClr val="B6D7A8"/>
                      </a:solidFill>
                      <a:prstDash val="solid"/>
                      <a:round/>
                      <a:headEnd len="sm" w="sm" type="none"/>
                      <a:tailEnd len="sm" w="sm" type="none"/>
                    </a:lnT>
                    <a:lnB cap="flat" cmpd="sng" w="12700">
                      <a:solidFill>
                        <a:srgbClr val="B6D7A8"/>
                      </a:solidFill>
                      <a:prstDash val="solid"/>
                      <a:round/>
                      <a:headEnd len="sm" w="sm" type="none"/>
                      <a:tailEnd len="sm" w="sm" type="none"/>
                    </a:lnB>
                    <a:solidFill>
                      <a:srgbClr val="D9EAD3"/>
                    </a:solidFill>
                  </a:tcPr>
                </a:tc>
              </a:tr>
              <a:tr h="469900">
                <a:tc>
                  <a:txBody>
                    <a:bodyPr/>
                    <a:lstStyle/>
                    <a:p>
                      <a:pPr indent="0" lvl="0" marL="0" marR="0" rtl="0" algn="l">
                        <a:lnSpc>
                          <a:spcPct val="100000"/>
                        </a:lnSpc>
                        <a:spcBef>
                          <a:spcPts val="0"/>
                        </a:spcBef>
                        <a:spcAft>
                          <a:spcPts val="0"/>
                        </a:spcAft>
                        <a:buClr>
                          <a:srgbClr val="000000"/>
                        </a:buClr>
                        <a:buSzPts val="1200"/>
                        <a:buFont typeface="Arial"/>
                        <a:buNone/>
                      </a:pPr>
                      <a:r>
                        <a:rPr b="1" lang="es-419" sz="1200" u="none" cap="none" strike="noStrike">
                          <a:latin typeface="Times New Roman"/>
                          <a:ea typeface="Times New Roman"/>
                          <a:cs typeface="Times New Roman"/>
                          <a:sym typeface="Times New Roman"/>
                        </a:rPr>
                        <a:t>Requerimientos</a:t>
                      </a:r>
                      <a:endParaRPr b="1" sz="1200" u="none" cap="none" strike="noStrike">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200"/>
                        <a:buFont typeface="Arial"/>
                        <a:buNone/>
                      </a:pPr>
                      <a:r>
                        <a:rPr b="1" lang="es-419" sz="1200" u="none" cap="none" strike="noStrike">
                          <a:latin typeface="Times New Roman"/>
                          <a:ea typeface="Times New Roman"/>
                          <a:cs typeface="Times New Roman"/>
                          <a:sym typeface="Times New Roman"/>
                        </a:rPr>
                        <a:t>no funcionales:</a:t>
                      </a:r>
                      <a:endParaRPr b="1" sz="1200" u="none" cap="none" strike="noStrike">
                        <a:latin typeface="Times New Roman"/>
                        <a:ea typeface="Times New Roman"/>
                        <a:cs typeface="Times New Roman"/>
                        <a:sym typeface="Times New Roman"/>
                      </a:endParaRPr>
                    </a:p>
                  </a:txBody>
                  <a:tcPr marT="63500" marB="63500" marR="63500" marL="63500">
                    <a:lnL cap="flat" cmpd="sng" w="12700">
                      <a:solidFill>
                        <a:srgbClr val="B6D7A8"/>
                      </a:solidFill>
                      <a:prstDash val="solid"/>
                      <a:round/>
                      <a:headEnd len="sm" w="sm" type="none"/>
                      <a:tailEnd len="sm" w="sm" type="none"/>
                    </a:lnL>
                    <a:lnR cap="flat" cmpd="sng" w="12700">
                      <a:solidFill>
                        <a:srgbClr val="B6D7A8"/>
                      </a:solidFill>
                      <a:prstDash val="solid"/>
                      <a:round/>
                      <a:headEnd len="sm" w="sm" type="none"/>
                      <a:tailEnd len="sm" w="sm" type="none"/>
                    </a:lnR>
                    <a:lnT cap="flat" cmpd="sng" w="12700">
                      <a:solidFill>
                        <a:srgbClr val="B6D7A8"/>
                      </a:solidFill>
                      <a:prstDash val="solid"/>
                      <a:round/>
                      <a:headEnd len="sm" w="sm" type="none"/>
                      <a:tailEnd len="sm" w="sm" type="none"/>
                    </a:lnT>
                    <a:lnB cap="flat" cmpd="sng" w="12700">
                      <a:solidFill>
                        <a:srgbClr val="B6D7A8"/>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200"/>
                        <a:buFont typeface="Arial"/>
                        <a:buNone/>
                      </a:pPr>
                      <a:r>
                        <a:rPr lang="es-419" sz="1200" u="none" cap="none" strike="noStrike">
                          <a:latin typeface="Times New Roman"/>
                          <a:ea typeface="Times New Roman"/>
                          <a:cs typeface="Times New Roman"/>
                          <a:sym typeface="Times New Roman"/>
                        </a:rPr>
                        <a:t>❖ RNF02</a:t>
                      </a:r>
                      <a:endParaRPr sz="1200" u="none" cap="none" strike="noStrike">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200"/>
                        <a:buFont typeface="Arial"/>
                        <a:buNone/>
                      </a:pPr>
                      <a:r>
                        <a:rPr lang="es-419" sz="1200" u="none" cap="none" strike="noStrike">
                          <a:latin typeface="Times New Roman"/>
                          <a:ea typeface="Times New Roman"/>
                          <a:cs typeface="Times New Roman"/>
                          <a:sym typeface="Times New Roman"/>
                        </a:rPr>
                        <a:t>❖ RNF03</a:t>
                      </a:r>
                      <a:endParaRPr sz="1200" u="none" cap="none" strike="noStrike">
                        <a:latin typeface="Times New Roman"/>
                        <a:ea typeface="Times New Roman"/>
                        <a:cs typeface="Times New Roman"/>
                        <a:sym typeface="Times New Roman"/>
                      </a:endParaRPr>
                    </a:p>
                  </a:txBody>
                  <a:tcPr marT="63500" marB="63500" marR="63500" marL="63500">
                    <a:lnL cap="flat" cmpd="sng" w="12700">
                      <a:solidFill>
                        <a:srgbClr val="B6D7A8"/>
                      </a:solidFill>
                      <a:prstDash val="solid"/>
                      <a:round/>
                      <a:headEnd len="sm" w="sm" type="none"/>
                      <a:tailEnd len="sm" w="sm" type="none"/>
                    </a:lnL>
                    <a:lnR cap="flat" cmpd="sng" w="12700">
                      <a:solidFill>
                        <a:srgbClr val="B6D7A8"/>
                      </a:solidFill>
                      <a:prstDash val="solid"/>
                      <a:round/>
                      <a:headEnd len="sm" w="sm" type="none"/>
                      <a:tailEnd len="sm" w="sm" type="none"/>
                    </a:lnR>
                    <a:lnT cap="flat" cmpd="sng" w="12700">
                      <a:solidFill>
                        <a:srgbClr val="B6D7A8"/>
                      </a:solidFill>
                      <a:prstDash val="solid"/>
                      <a:round/>
                      <a:headEnd len="sm" w="sm" type="none"/>
                      <a:tailEnd len="sm" w="sm" type="none"/>
                    </a:lnT>
                    <a:lnB cap="flat" cmpd="sng" w="12700">
                      <a:solidFill>
                        <a:srgbClr val="B6D7A8"/>
                      </a:solidFill>
                      <a:prstDash val="solid"/>
                      <a:round/>
                      <a:headEnd len="sm" w="sm" type="none"/>
                      <a:tailEnd len="sm" w="sm" type="none"/>
                    </a:lnB>
                  </a:tcPr>
                </a:tc>
              </a:tr>
              <a:tr h="469900">
                <a:tc>
                  <a:txBody>
                    <a:bodyPr/>
                    <a:lstStyle/>
                    <a:p>
                      <a:pPr indent="0" lvl="0" marL="0" marR="0" rtl="0" algn="l">
                        <a:lnSpc>
                          <a:spcPct val="100000"/>
                        </a:lnSpc>
                        <a:spcBef>
                          <a:spcPts val="0"/>
                        </a:spcBef>
                        <a:spcAft>
                          <a:spcPts val="0"/>
                        </a:spcAft>
                        <a:buClr>
                          <a:srgbClr val="000000"/>
                        </a:buClr>
                        <a:buSzPts val="1200"/>
                        <a:buFont typeface="Arial"/>
                        <a:buNone/>
                      </a:pPr>
                      <a:r>
                        <a:rPr b="1" lang="es-419" sz="1200" u="none" cap="none" strike="noStrike">
                          <a:latin typeface="Times New Roman"/>
                          <a:ea typeface="Times New Roman"/>
                          <a:cs typeface="Times New Roman"/>
                          <a:sym typeface="Times New Roman"/>
                        </a:rPr>
                        <a:t>Prioridad de</a:t>
                      </a:r>
                      <a:endParaRPr b="1" sz="1200" u="none" cap="none" strike="noStrike">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200"/>
                        <a:buFont typeface="Arial"/>
                        <a:buNone/>
                      </a:pPr>
                      <a:r>
                        <a:rPr b="1" lang="es-419" sz="1200" u="none" cap="none" strike="noStrike">
                          <a:latin typeface="Times New Roman"/>
                          <a:ea typeface="Times New Roman"/>
                          <a:cs typeface="Times New Roman"/>
                          <a:sym typeface="Times New Roman"/>
                        </a:rPr>
                        <a:t>requerimiento:</a:t>
                      </a:r>
                      <a:endParaRPr b="1" sz="1200" u="none" cap="none" strike="noStrike">
                        <a:latin typeface="Times New Roman"/>
                        <a:ea typeface="Times New Roman"/>
                        <a:cs typeface="Times New Roman"/>
                        <a:sym typeface="Times New Roman"/>
                      </a:endParaRPr>
                    </a:p>
                  </a:txBody>
                  <a:tcPr marT="63500" marB="63500" marR="63500" marL="63500">
                    <a:lnL cap="flat" cmpd="sng" w="12700">
                      <a:solidFill>
                        <a:srgbClr val="B6D7A8"/>
                      </a:solidFill>
                      <a:prstDash val="solid"/>
                      <a:round/>
                      <a:headEnd len="sm" w="sm" type="none"/>
                      <a:tailEnd len="sm" w="sm" type="none"/>
                    </a:lnL>
                    <a:lnR cap="flat" cmpd="sng" w="12700">
                      <a:solidFill>
                        <a:srgbClr val="B6D7A8"/>
                      </a:solidFill>
                      <a:prstDash val="solid"/>
                      <a:round/>
                      <a:headEnd len="sm" w="sm" type="none"/>
                      <a:tailEnd len="sm" w="sm" type="none"/>
                    </a:lnR>
                    <a:lnT cap="flat" cmpd="sng" w="12700">
                      <a:solidFill>
                        <a:srgbClr val="B6D7A8"/>
                      </a:solidFill>
                      <a:prstDash val="solid"/>
                      <a:round/>
                      <a:headEnd len="sm" w="sm" type="none"/>
                      <a:tailEnd len="sm" w="sm" type="none"/>
                    </a:lnT>
                    <a:lnB cap="flat" cmpd="sng" w="12700">
                      <a:solidFill>
                        <a:srgbClr val="B6D7A8"/>
                      </a:solidFill>
                      <a:prstDash val="solid"/>
                      <a:round/>
                      <a:headEnd len="sm" w="sm" type="none"/>
                      <a:tailEnd len="sm" w="sm" type="none"/>
                    </a:lnB>
                    <a:solidFill>
                      <a:srgbClr val="D9EAD3"/>
                    </a:solidFill>
                  </a:tcPr>
                </a:tc>
                <a:tc>
                  <a:txBody>
                    <a:bodyPr/>
                    <a:lstStyle/>
                    <a:p>
                      <a:pPr indent="0" lvl="0" marL="0" marR="0" rtl="0" algn="l">
                        <a:lnSpc>
                          <a:spcPct val="100000"/>
                        </a:lnSpc>
                        <a:spcBef>
                          <a:spcPts val="0"/>
                        </a:spcBef>
                        <a:spcAft>
                          <a:spcPts val="0"/>
                        </a:spcAft>
                        <a:buClr>
                          <a:srgbClr val="000000"/>
                        </a:buClr>
                        <a:buSzPts val="1200"/>
                        <a:buFont typeface="Arial"/>
                        <a:buNone/>
                      </a:pPr>
                      <a:r>
                        <a:rPr lang="es-419" sz="1200" u="none" cap="none" strike="noStrike">
                          <a:latin typeface="Times New Roman"/>
                          <a:ea typeface="Times New Roman"/>
                          <a:cs typeface="Times New Roman"/>
                          <a:sym typeface="Times New Roman"/>
                        </a:rPr>
                        <a:t>Alta</a:t>
                      </a:r>
                      <a:endParaRPr sz="1200" u="none" cap="none" strike="noStrike">
                        <a:latin typeface="Times New Roman"/>
                        <a:ea typeface="Times New Roman"/>
                        <a:cs typeface="Times New Roman"/>
                        <a:sym typeface="Times New Roman"/>
                      </a:endParaRPr>
                    </a:p>
                  </a:txBody>
                  <a:tcPr marT="63500" marB="63500" marR="63500" marL="63500">
                    <a:lnL cap="flat" cmpd="sng" w="12700">
                      <a:solidFill>
                        <a:srgbClr val="B6D7A8"/>
                      </a:solidFill>
                      <a:prstDash val="solid"/>
                      <a:round/>
                      <a:headEnd len="sm" w="sm" type="none"/>
                      <a:tailEnd len="sm" w="sm" type="none"/>
                    </a:lnL>
                    <a:lnR cap="flat" cmpd="sng" w="12700">
                      <a:solidFill>
                        <a:srgbClr val="B6D7A8"/>
                      </a:solidFill>
                      <a:prstDash val="solid"/>
                      <a:round/>
                      <a:headEnd len="sm" w="sm" type="none"/>
                      <a:tailEnd len="sm" w="sm" type="none"/>
                    </a:lnR>
                    <a:lnT cap="flat" cmpd="sng" w="12700">
                      <a:solidFill>
                        <a:srgbClr val="B6D7A8"/>
                      </a:solidFill>
                      <a:prstDash val="solid"/>
                      <a:round/>
                      <a:headEnd len="sm" w="sm" type="none"/>
                      <a:tailEnd len="sm" w="sm" type="none"/>
                    </a:lnT>
                    <a:lnB cap="flat" cmpd="sng" w="12700">
                      <a:solidFill>
                        <a:srgbClr val="B6D7A8"/>
                      </a:solidFill>
                      <a:prstDash val="solid"/>
                      <a:round/>
                      <a:headEnd len="sm" w="sm" type="none"/>
                      <a:tailEnd len="sm" w="sm" type="none"/>
                    </a:lnB>
                    <a:solidFill>
                      <a:srgbClr val="D9EAD3"/>
                    </a:solidFill>
                  </a:tcPr>
                </a:tc>
              </a:tr>
            </a:tbl>
          </a:graphicData>
        </a:graphic>
      </p:graphicFrame>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4" name="Shape 204"/>
        <p:cNvGrpSpPr/>
        <p:nvPr/>
      </p:nvGrpSpPr>
      <p:grpSpPr>
        <a:xfrm>
          <a:off x="0" y="0"/>
          <a:ext cx="0" cy="0"/>
          <a:chOff x="0" y="0"/>
          <a:chExt cx="0" cy="0"/>
        </a:xfrm>
      </p:grpSpPr>
      <p:graphicFrame>
        <p:nvGraphicFramePr>
          <p:cNvPr id="205" name="Google Shape;205;p23"/>
          <p:cNvGraphicFramePr/>
          <p:nvPr/>
        </p:nvGraphicFramePr>
        <p:xfrm>
          <a:off x="1416050" y="514350"/>
          <a:ext cx="3000000" cy="3000000"/>
        </p:xfrm>
        <a:graphic>
          <a:graphicData uri="http://schemas.openxmlformats.org/drawingml/2006/table">
            <a:tbl>
              <a:tblPr>
                <a:noFill/>
                <a:tableStyleId>{99F3DE70-1715-4968-B29D-26007897703B}</a:tableStyleId>
              </a:tblPr>
              <a:tblGrid>
                <a:gridCol w="1257300"/>
                <a:gridCol w="5054600"/>
              </a:tblGrid>
              <a:tr h="647700">
                <a:tc>
                  <a:txBody>
                    <a:bodyPr/>
                    <a:lstStyle/>
                    <a:p>
                      <a:pPr indent="0" lvl="0" marL="0" marR="0" rtl="0" algn="l">
                        <a:lnSpc>
                          <a:spcPct val="100000"/>
                        </a:lnSpc>
                        <a:spcBef>
                          <a:spcPts val="0"/>
                        </a:spcBef>
                        <a:spcAft>
                          <a:spcPts val="0"/>
                        </a:spcAft>
                        <a:buClr>
                          <a:srgbClr val="000000"/>
                        </a:buClr>
                        <a:buSzPts val="1200"/>
                        <a:buFont typeface="Arial"/>
                        <a:buNone/>
                      </a:pPr>
                      <a:r>
                        <a:rPr b="1" lang="es-419" sz="1200" u="none" cap="none" strike="noStrike">
                          <a:latin typeface="Times New Roman"/>
                          <a:ea typeface="Times New Roman"/>
                          <a:cs typeface="Times New Roman"/>
                          <a:sym typeface="Times New Roman"/>
                        </a:rPr>
                        <a:t>Identificación</a:t>
                      </a:r>
                      <a:endParaRPr b="1" sz="1200" u="none" cap="none" strike="noStrike">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200"/>
                        <a:buFont typeface="Arial"/>
                        <a:buNone/>
                      </a:pPr>
                      <a:r>
                        <a:rPr b="1" lang="es-419" sz="1200" u="none" cap="none" strike="noStrike">
                          <a:latin typeface="Times New Roman"/>
                          <a:ea typeface="Times New Roman"/>
                          <a:cs typeface="Times New Roman"/>
                          <a:sym typeface="Times New Roman"/>
                        </a:rPr>
                        <a:t>del</a:t>
                      </a:r>
                      <a:endParaRPr b="1" sz="1200" u="none" cap="none" strike="noStrike">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200"/>
                        <a:buFont typeface="Arial"/>
                        <a:buNone/>
                      </a:pPr>
                      <a:r>
                        <a:rPr b="1" lang="es-419" sz="1200" u="none" cap="none" strike="noStrike">
                          <a:latin typeface="Times New Roman"/>
                          <a:ea typeface="Times New Roman"/>
                          <a:cs typeface="Times New Roman"/>
                          <a:sym typeface="Times New Roman"/>
                        </a:rPr>
                        <a:t>requerimiento:</a:t>
                      </a:r>
                      <a:endParaRPr b="1" sz="1200" u="none" cap="none" strike="noStrike">
                        <a:latin typeface="Times New Roman"/>
                        <a:ea typeface="Times New Roman"/>
                        <a:cs typeface="Times New Roman"/>
                        <a:sym typeface="Times New Roman"/>
                      </a:endParaRPr>
                    </a:p>
                  </a:txBody>
                  <a:tcPr marT="63500" marB="63500" marR="63500" marL="63500">
                    <a:lnL cap="flat" cmpd="sng" w="12700">
                      <a:solidFill>
                        <a:srgbClr val="B6D7A8"/>
                      </a:solidFill>
                      <a:prstDash val="solid"/>
                      <a:round/>
                      <a:headEnd len="sm" w="sm" type="none"/>
                      <a:tailEnd len="sm" w="sm" type="none"/>
                    </a:lnL>
                    <a:lnR cap="flat" cmpd="sng" w="12700">
                      <a:solidFill>
                        <a:srgbClr val="B6D7A8"/>
                      </a:solidFill>
                      <a:prstDash val="solid"/>
                      <a:round/>
                      <a:headEnd len="sm" w="sm" type="none"/>
                      <a:tailEnd len="sm" w="sm" type="none"/>
                    </a:lnR>
                    <a:lnT cap="flat" cmpd="sng" w="12700">
                      <a:solidFill>
                        <a:srgbClr val="B6D7A8"/>
                      </a:solidFill>
                      <a:prstDash val="solid"/>
                      <a:round/>
                      <a:headEnd len="sm" w="sm" type="none"/>
                      <a:tailEnd len="sm" w="sm" type="none"/>
                    </a:lnT>
                    <a:lnB cap="flat" cmpd="sng" w="12700">
                      <a:solidFill>
                        <a:srgbClr val="B6D7A8"/>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200"/>
                        <a:buFont typeface="Arial"/>
                        <a:buNone/>
                      </a:pPr>
                      <a:r>
                        <a:rPr lang="es-419" sz="1200" u="none" cap="none" strike="noStrike">
                          <a:latin typeface="Times New Roman"/>
                          <a:ea typeface="Times New Roman"/>
                          <a:cs typeface="Times New Roman"/>
                          <a:sym typeface="Times New Roman"/>
                        </a:rPr>
                        <a:t>RF08</a:t>
                      </a:r>
                      <a:endParaRPr sz="1200" u="none" cap="none" strike="noStrike">
                        <a:latin typeface="Times New Roman"/>
                        <a:ea typeface="Times New Roman"/>
                        <a:cs typeface="Times New Roman"/>
                        <a:sym typeface="Times New Roman"/>
                      </a:endParaRPr>
                    </a:p>
                  </a:txBody>
                  <a:tcPr marT="63500" marB="63500" marR="63500" marL="63500">
                    <a:lnL cap="flat" cmpd="sng" w="12700">
                      <a:solidFill>
                        <a:srgbClr val="B6D7A8"/>
                      </a:solidFill>
                      <a:prstDash val="solid"/>
                      <a:round/>
                      <a:headEnd len="sm" w="sm" type="none"/>
                      <a:tailEnd len="sm" w="sm" type="none"/>
                    </a:lnL>
                    <a:lnR cap="flat" cmpd="sng" w="12700">
                      <a:solidFill>
                        <a:srgbClr val="B6D7A8"/>
                      </a:solidFill>
                      <a:prstDash val="solid"/>
                      <a:round/>
                      <a:headEnd len="sm" w="sm" type="none"/>
                      <a:tailEnd len="sm" w="sm" type="none"/>
                    </a:lnR>
                    <a:lnT cap="flat" cmpd="sng" w="12700">
                      <a:solidFill>
                        <a:srgbClr val="B6D7A8"/>
                      </a:solidFill>
                      <a:prstDash val="solid"/>
                      <a:round/>
                      <a:headEnd len="sm" w="sm" type="none"/>
                      <a:tailEnd len="sm" w="sm" type="none"/>
                    </a:lnT>
                    <a:lnB cap="flat" cmpd="sng" w="12700">
                      <a:solidFill>
                        <a:srgbClr val="B6D7A8"/>
                      </a:solidFill>
                      <a:prstDash val="solid"/>
                      <a:round/>
                      <a:headEnd len="sm" w="sm" type="none"/>
                      <a:tailEnd len="sm" w="sm" type="none"/>
                    </a:lnB>
                  </a:tcPr>
                </a:tc>
              </a:tr>
              <a:tr h="495300">
                <a:tc>
                  <a:txBody>
                    <a:bodyPr/>
                    <a:lstStyle/>
                    <a:p>
                      <a:pPr indent="0" lvl="0" marL="0" marR="0" rtl="0" algn="l">
                        <a:lnSpc>
                          <a:spcPct val="100000"/>
                        </a:lnSpc>
                        <a:spcBef>
                          <a:spcPts val="0"/>
                        </a:spcBef>
                        <a:spcAft>
                          <a:spcPts val="0"/>
                        </a:spcAft>
                        <a:buClr>
                          <a:srgbClr val="000000"/>
                        </a:buClr>
                        <a:buSzPts val="1200"/>
                        <a:buFont typeface="Arial"/>
                        <a:buNone/>
                      </a:pPr>
                      <a:r>
                        <a:rPr b="1" lang="es-419" sz="1200" u="none" cap="none" strike="noStrike">
                          <a:latin typeface="Times New Roman"/>
                          <a:ea typeface="Times New Roman"/>
                          <a:cs typeface="Times New Roman"/>
                          <a:sym typeface="Times New Roman"/>
                        </a:rPr>
                        <a:t>Nombre del</a:t>
                      </a:r>
                      <a:endParaRPr b="1" sz="1200" u="none" cap="none" strike="noStrike">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200"/>
                        <a:buFont typeface="Arial"/>
                        <a:buNone/>
                      </a:pPr>
                      <a:r>
                        <a:rPr b="1" lang="es-419" sz="1200" u="none" cap="none" strike="noStrike">
                          <a:latin typeface="Times New Roman"/>
                          <a:ea typeface="Times New Roman"/>
                          <a:cs typeface="Times New Roman"/>
                          <a:sym typeface="Times New Roman"/>
                        </a:rPr>
                        <a:t>requerimiento:</a:t>
                      </a:r>
                      <a:endParaRPr b="1" sz="1200" u="none" cap="none" strike="noStrike">
                        <a:latin typeface="Times New Roman"/>
                        <a:ea typeface="Times New Roman"/>
                        <a:cs typeface="Times New Roman"/>
                        <a:sym typeface="Times New Roman"/>
                      </a:endParaRPr>
                    </a:p>
                  </a:txBody>
                  <a:tcPr marT="63500" marB="63500" marR="63500" marL="63500">
                    <a:lnL cap="flat" cmpd="sng" w="12700">
                      <a:solidFill>
                        <a:srgbClr val="B6D7A8"/>
                      </a:solidFill>
                      <a:prstDash val="solid"/>
                      <a:round/>
                      <a:headEnd len="sm" w="sm" type="none"/>
                      <a:tailEnd len="sm" w="sm" type="none"/>
                    </a:lnL>
                    <a:lnR cap="flat" cmpd="sng" w="12700">
                      <a:solidFill>
                        <a:srgbClr val="B6D7A8"/>
                      </a:solidFill>
                      <a:prstDash val="solid"/>
                      <a:round/>
                      <a:headEnd len="sm" w="sm" type="none"/>
                      <a:tailEnd len="sm" w="sm" type="none"/>
                    </a:lnR>
                    <a:lnT cap="flat" cmpd="sng" w="12700">
                      <a:solidFill>
                        <a:srgbClr val="B6D7A8"/>
                      </a:solidFill>
                      <a:prstDash val="solid"/>
                      <a:round/>
                      <a:headEnd len="sm" w="sm" type="none"/>
                      <a:tailEnd len="sm" w="sm" type="none"/>
                    </a:lnT>
                    <a:lnB cap="flat" cmpd="sng" w="12700">
                      <a:solidFill>
                        <a:srgbClr val="B6D7A8"/>
                      </a:solidFill>
                      <a:prstDash val="solid"/>
                      <a:round/>
                      <a:headEnd len="sm" w="sm" type="none"/>
                      <a:tailEnd len="sm" w="sm" type="none"/>
                    </a:lnB>
                    <a:solidFill>
                      <a:srgbClr val="D9EAD3"/>
                    </a:solidFill>
                  </a:tcPr>
                </a:tc>
                <a:tc>
                  <a:txBody>
                    <a:bodyPr/>
                    <a:lstStyle/>
                    <a:p>
                      <a:pPr indent="0" lvl="0" marL="0" marR="0" rtl="0" algn="l">
                        <a:lnSpc>
                          <a:spcPct val="115000"/>
                        </a:lnSpc>
                        <a:spcBef>
                          <a:spcPts val="0"/>
                        </a:spcBef>
                        <a:spcAft>
                          <a:spcPts val="0"/>
                        </a:spcAft>
                        <a:buClr>
                          <a:srgbClr val="000000"/>
                        </a:buClr>
                        <a:buSzPts val="1200"/>
                        <a:buFont typeface="Arial"/>
                        <a:buNone/>
                      </a:pPr>
                      <a:r>
                        <a:rPr b="1" lang="es-419" sz="1200" u="none" cap="none" strike="noStrike">
                          <a:latin typeface="Times New Roman"/>
                          <a:ea typeface="Times New Roman"/>
                          <a:cs typeface="Times New Roman"/>
                          <a:sym typeface="Times New Roman"/>
                        </a:rPr>
                        <a:t>Generación de cotización</a:t>
                      </a:r>
                      <a:endParaRPr b="1" sz="1200" u="none" cap="none" strike="noStrike">
                        <a:latin typeface="Times New Roman"/>
                        <a:ea typeface="Times New Roman"/>
                        <a:cs typeface="Times New Roman"/>
                        <a:sym typeface="Times New Roman"/>
                      </a:endParaRPr>
                    </a:p>
                    <a:p>
                      <a:pPr indent="0" lvl="0" marL="0" marR="0" rtl="0" algn="l">
                        <a:lnSpc>
                          <a:spcPct val="115000"/>
                        </a:lnSpc>
                        <a:spcBef>
                          <a:spcPts val="1200"/>
                        </a:spcBef>
                        <a:spcAft>
                          <a:spcPts val="0"/>
                        </a:spcAft>
                        <a:buClr>
                          <a:srgbClr val="000000"/>
                        </a:buClr>
                        <a:buSzPts val="1100"/>
                        <a:buFont typeface="Arial"/>
                        <a:buNone/>
                      </a:pPr>
                      <a:r>
                        <a:t/>
                      </a:r>
                      <a:endParaRPr b="1" sz="1100" u="none" cap="none" strike="noStrike">
                        <a:latin typeface="Times New Roman"/>
                        <a:ea typeface="Times New Roman"/>
                        <a:cs typeface="Times New Roman"/>
                        <a:sym typeface="Times New Roman"/>
                      </a:endParaRPr>
                    </a:p>
                  </a:txBody>
                  <a:tcPr marT="63500" marB="63500" marR="63500" marL="63500">
                    <a:lnL cap="flat" cmpd="sng" w="12700">
                      <a:solidFill>
                        <a:srgbClr val="B6D7A8"/>
                      </a:solidFill>
                      <a:prstDash val="solid"/>
                      <a:round/>
                      <a:headEnd len="sm" w="sm" type="none"/>
                      <a:tailEnd len="sm" w="sm" type="none"/>
                    </a:lnL>
                    <a:lnR cap="flat" cmpd="sng" w="12700">
                      <a:solidFill>
                        <a:srgbClr val="B6D7A8"/>
                      </a:solidFill>
                      <a:prstDash val="solid"/>
                      <a:round/>
                      <a:headEnd len="sm" w="sm" type="none"/>
                      <a:tailEnd len="sm" w="sm" type="none"/>
                    </a:lnR>
                    <a:lnT cap="flat" cmpd="sng" w="12700">
                      <a:solidFill>
                        <a:srgbClr val="B6D7A8"/>
                      </a:solidFill>
                      <a:prstDash val="solid"/>
                      <a:round/>
                      <a:headEnd len="sm" w="sm" type="none"/>
                      <a:tailEnd len="sm" w="sm" type="none"/>
                    </a:lnT>
                    <a:lnB cap="flat" cmpd="sng" w="12700">
                      <a:solidFill>
                        <a:srgbClr val="B6D7A8"/>
                      </a:solidFill>
                      <a:prstDash val="solid"/>
                      <a:round/>
                      <a:headEnd len="sm" w="sm" type="none"/>
                      <a:tailEnd len="sm" w="sm" type="none"/>
                    </a:lnB>
                    <a:solidFill>
                      <a:srgbClr val="D9EAD3"/>
                    </a:solidFill>
                  </a:tcPr>
                </a:tc>
              </a:tr>
              <a:tr h="304800">
                <a:tc>
                  <a:txBody>
                    <a:bodyPr/>
                    <a:lstStyle/>
                    <a:p>
                      <a:pPr indent="0" lvl="0" marL="0" marR="0" rtl="0" algn="l">
                        <a:lnSpc>
                          <a:spcPct val="100000"/>
                        </a:lnSpc>
                        <a:spcBef>
                          <a:spcPts val="0"/>
                        </a:spcBef>
                        <a:spcAft>
                          <a:spcPts val="0"/>
                        </a:spcAft>
                        <a:buClr>
                          <a:srgbClr val="000000"/>
                        </a:buClr>
                        <a:buSzPts val="1200"/>
                        <a:buFont typeface="Arial"/>
                        <a:buNone/>
                      </a:pPr>
                      <a:r>
                        <a:rPr b="1" lang="es-419" sz="1200" u="none" cap="none" strike="noStrike">
                          <a:latin typeface="Times New Roman"/>
                          <a:ea typeface="Times New Roman"/>
                          <a:cs typeface="Times New Roman"/>
                          <a:sym typeface="Times New Roman"/>
                        </a:rPr>
                        <a:t>Características:</a:t>
                      </a:r>
                      <a:endParaRPr b="1" sz="1200" u="none" cap="none" strike="noStrike">
                        <a:latin typeface="Times New Roman"/>
                        <a:ea typeface="Times New Roman"/>
                        <a:cs typeface="Times New Roman"/>
                        <a:sym typeface="Times New Roman"/>
                      </a:endParaRPr>
                    </a:p>
                  </a:txBody>
                  <a:tcPr marT="63500" marB="63500" marR="63500" marL="63500">
                    <a:lnL cap="flat" cmpd="sng" w="12700">
                      <a:solidFill>
                        <a:srgbClr val="B6D7A8"/>
                      </a:solidFill>
                      <a:prstDash val="solid"/>
                      <a:round/>
                      <a:headEnd len="sm" w="sm" type="none"/>
                      <a:tailEnd len="sm" w="sm" type="none"/>
                    </a:lnL>
                    <a:lnR cap="flat" cmpd="sng" w="12700">
                      <a:solidFill>
                        <a:srgbClr val="B6D7A8"/>
                      </a:solidFill>
                      <a:prstDash val="solid"/>
                      <a:round/>
                      <a:headEnd len="sm" w="sm" type="none"/>
                      <a:tailEnd len="sm" w="sm" type="none"/>
                    </a:lnR>
                    <a:lnT cap="flat" cmpd="sng" w="12700">
                      <a:solidFill>
                        <a:srgbClr val="B6D7A8"/>
                      </a:solidFill>
                      <a:prstDash val="solid"/>
                      <a:round/>
                      <a:headEnd len="sm" w="sm" type="none"/>
                      <a:tailEnd len="sm" w="sm" type="none"/>
                    </a:lnT>
                    <a:lnB cap="flat" cmpd="sng" w="12700">
                      <a:solidFill>
                        <a:srgbClr val="B6D7A8"/>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200"/>
                        <a:buFont typeface="Arial"/>
                        <a:buNone/>
                      </a:pPr>
                      <a:r>
                        <a:rPr lang="es-419" sz="1200" u="none" cap="none" strike="noStrike">
                          <a:latin typeface="Times New Roman"/>
                          <a:ea typeface="Times New Roman"/>
                          <a:cs typeface="Times New Roman"/>
                          <a:sym typeface="Times New Roman"/>
                        </a:rPr>
                        <a:t>El sistema debe permitir ingresar datos del cliente y detallar productos o servicios, incluyendo cantidad, precio unitario, descuentos e impuestos, con cálculo automático del total.</a:t>
                      </a:r>
                      <a:endParaRPr sz="1200" u="none" cap="none" strike="noStrike">
                        <a:latin typeface="Times New Roman"/>
                        <a:ea typeface="Times New Roman"/>
                        <a:cs typeface="Times New Roman"/>
                        <a:sym typeface="Times New Roman"/>
                      </a:endParaRPr>
                    </a:p>
                  </a:txBody>
                  <a:tcPr marT="63500" marB="63500" marR="63500" marL="63500">
                    <a:lnL cap="flat" cmpd="sng" w="12700">
                      <a:solidFill>
                        <a:srgbClr val="B6D7A8"/>
                      </a:solidFill>
                      <a:prstDash val="solid"/>
                      <a:round/>
                      <a:headEnd len="sm" w="sm" type="none"/>
                      <a:tailEnd len="sm" w="sm" type="none"/>
                    </a:lnL>
                    <a:lnR cap="flat" cmpd="sng" w="12700">
                      <a:solidFill>
                        <a:srgbClr val="B6D7A8"/>
                      </a:solidFill>
                      <a:prstDash val="solid"/>
                      <a:round/>
                      <a:headEnd len="sm" w="sm" type="none"/>
                      <a:tailEnd len="sm" w="sm" type="none"/>
                    </a:lnR>
                    <a:lnT cap="flat" cmpd="sng" w="12700">
                      <a:solidFill>
                        <a:srgbClr val="B6D7A8"/>
                      </a:solidFill>
                      <a:prstDash val="solid"/>
                      <a:round/>
                      <a:headEnd len="sm" w="sm" type="none"/>
                      <a:tailEnd len="sm" w="sm" type="none"/>
                    </a:lnT>
                    <a:lnB cap="flat" cmpd="sng" w="12700">
                      <a:solidFill>
                        <a:srgbClr val="B6D7A8"/>
                      </a:solidFill>
                      <a:prstDash val="solid"/>
                      <a:round/>
                      <a:headEnd len="sm" w="sm" type="none"/>
                      <a:tailEnd len="sm" w="sm" type="none"/>
                    </a:lnB>
                  </a:tcPr>
                </a:tc>
              </a:tr>
              <a:tr h="695325">
                <a:tc>
                  <a:txBody>
                    <a:bodyPr/>
                    <a:lstStyle/>
                    <a:p>
                      <a:pPr indent="0" lvl="0" marL="0" marR="0" rtl="0" algn="l">
                        <a:lnSpc>
                          <a:spcPct val="100000"/>
                        </a:lnSpc>
                        <a:spcBef>
                          <a:spcPts val="0"/>
                        </a:spcBef>
                        <a:spcAft>
                          <a:spcPts val="0"/>
                        </a:spcAft>
                        <a:buClr>
                          <a:srgbClr val="000000"/>
                        </a:buClr>
                        <a:buSzPts val="1200"/>
                        <a:buFont typeface="Arial"/>
                        <a:buNone/>
                      </a:pPr>
                      <a:r>
                        <a:rPr b="1" lang="es-419" sz="1200" u="none" cap="none" strike="noStrike">
                          <a:latin typeface="Times New Roman"/>
                          <a:ea typeface="Times New Roman"/>
                          <a:cs typeface="Times New Roman"/>
                          <a:sym typeface="Times New Roman"/>
                        </a:rPr>
                        <a:t>Descripción del</a:t>
                      </a:r>
                      <a:endParaRPr b="1" sz="1200" u="none" cap="none" strike="noStrike">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200"/>
                        <a:buFont typeface="Arial"/>
                        <a:buNone/>
                      </a:pPr>
                      <a:r>
                        <a:rPr b="1" lang="es-419" sz="1200" u="none" cap="none" strike="noStrike">
                          <a:latin typeface="Times New Roman"/>
                          <a:ea typeface="Times New Roman"/>
                          <a:cs typeface="Times New Roman"/>
                          <a:sym typeface="Times New Roman"/>
                        </a:rPr>
                        <a:t>requerimiento:</a:t>
                      </a:r>
                      <a:endParaRPr b="1" sz="1200" u="none" cap="none" strike="noStrike">
                        <a:latin typeface="Times New Roman"/>
                        <a:ea typeface="Times New Roman"/>
                        <a:cs typeface="Times New Roman"/>
                        <a:sym typeface="Times New Roman"/>
                      </a:endParaRPr>
                    </a:p>
                  </a:txBody>
                  <a:tcPr marT="63500" marB="63500" marR="63500" marL="63500">
                    <a:lnL cap="flat" cmpd="sng" w="12700">
                      <a:solidFill>
                        <a:srgbClr val="B6D7A8"/>
                      </a:solidFill>
                      <a:prstDash val="solid"/>
                      <a:round/>
                      <a:headEnd len="sm" w="sm" type="none"/>
                      <a:tailEnd len="sm" w="sm" type="none"/>
                    </a:lnL>
                    <a:lnR cap="flat" cmpd="sng" w="12700">
                      <a:solidFill>
                        <a:srgbClr val="B6D7A8"/>
                      </a:solidFill>
                      <a:prstDash val="solid"/>
                      <a:round/>
                      <a:headEnd len="sm" w="sm" type="none"/>
                      <a:tailEnd len="sm" w="sm" type="none"/>
                    </a:lnR>
                    <a:lnT cap="flat" cmpd="sng" w="12700">
                      <a:solidFill>
                        <a:srgbClr val="B6D7A8"/>
                      </a:solidFill>
                      <a:prstDash val="solid"/>
                      <a:round/>
                      <a:headEnd len="sm" w="sm" type="none"/>
                      <a:tailEnd len="sm" w="sm" type="none"/>
                    </a:lnT>
                    <a:lnB cap="flat" cmpd="sng" w="12700">
                      <a:solidFill>
                        <a:srgbClr val="B6D7A8"/>
                      </a:solidFill>
                      <a:prstDash val="solid"/>
                      <a:round/>
                      <a:headEnd len="sm" w="sm" type="none"/>
                      <a:tailEnd len="sm" w="sm" type="none"/>
                    </a:lnB>
                    <a:solidFill>
                      <a:srgbClr val="D9EAD3"/>
                    </a:solidFill>
                  </a:tcPr>
                </a:tc>
                <a:tc>
                  <a:txBody>
                    <a:bodyPr/>
                    <a:lstStyle/>
                    <a:p>
                      <a:pPr indent="0" lvl="0" marL="0" marR="0" rtl="0" algn="l">
                        <a:lnSpc>
                          <a:spcPct val="115000"/>
                        </a:lnSpc>
                        <a:spcBef>
                          <a:spcPts val="0"/>
                        </a:spcBef>
                        <a:spcAft>
                          <a:spcPts val="0"/>
                        </a:spcAft>
                        <a:buClr>
                          <a:srgbClr val="000000"/>
                        </a:buClr>
                        <a:buSzPts val="1100"/>
                        <a:buFont typeface="Arial"/>
                        <a:buNone/>
                      </a:pPr>
                      <a:r>
                        <a:rPr lang="es-419" sz="1100" u="none" cap="none" strike="noStrike">
                          <a:latin typeface="Times New Roman"/>
                          <a:ea typeface="Times New Roman"/>
                          <a:cs typeface="Times New Roman"/>
                          <a:sym typeface="Times New Roman"/>
                        </a:rPr>
                        <a:t>El sistema debe permitir a los usuarios generar cotizaciones de productos o servicios seleccionados, incluyendo detalles como cliente, precios y condiciones de pago.</a:t>
                      </a:r>
                      <a:endParaRPr sz="1100" u="none" cap="none" strike="noStrike">
                        <a:latin typeface="Times New Roman"/>
                        <a:ea typeface="Times New Roman"/>
                        <a:cs typeface="Times New Roman"/>
                        <a:sym typeface="Times New Roman"/>
                      </a:endParaRPr>
                    </a:p>
                  </a:txBody>
                  <a:tcPr marT="63500" marB="63500" marR="63500" marL="63500">
                    <a:lnL cap="flat" cmpd="sng" w="12700">
                      <a:solidFill>
                        <a:srgbClr val="B6D7A8"/>
                      </a:solidFill>
                      <a:prstDash val="solid"/>
                      <a:round/>
                      <a:headEnd len="sm" w="sm" type="none"/>
                      <a:tailEnd len="sm" w="sm" type="none"/>
                    </a:lnL>
                    <a:lnR cap="flat" cmpd="sng" w="12700">
                      <a:solidFill>
                        <a:srgbClr val="B6D7A8"/>
                      </a:solidFill>
                      <a:prstDash val="solid"/>
                      <a:round/>
                      <a:headEnd len="sm" w="sm" type="none"/>
                      <a:tailEnd len="sm" w="sm" type="none"/>
                    </a:lnR>
                    <a:lnT cap="flat" cmpd="sng" w="12700">
                      <a:solidFill>
                        <a:srgbClr val="B6D7A8"/>
                      </a:solidFill>
                      <a:prstDash val="solid"/>
                      <a:round/>
                      <a:headEnd len="sm" w="sm" type="none"/>
                      <a:tailEnd len="sm" w="sm" type="none"/>
                    </a:lnT>
                    <a:lnB cap="flat" cmpd="sng" w="12700">
                      <a:solidFill>
                        <a:srgbClr val="B6D7A8"/>
                      </a:solidFill>
                      <a:prstDash val="solid"/>
                      <a:round/>
                      <a:headEnd len="sm" w="sm" type="none"/>
                      <a:tailEnd len="sm" w="sm" type="none"/>
                    </a:lnB>
                    <a:solidFill>
                      <a:srgbClr val="D9EAD3"/>
                    </a:solidFill>
                  </a:tcPr>
                </a:tc>
              </a:tr>
              <a:tr h="469900">
                <a:tc>
                  <a:txBody>
                    <a:bodyPr/>
                    <a:lstStyle/>
                    <a:p>
                      <a:pPr indent="0" lvl="0" marL="0" marR="0" rtl="0" algn="l">
                        <a:lnSpc>
                          <a:spcPct val="100000"/>
                        </a:lnSpc>
                        <a:spcBef>
                          <a:spcPts val="0"/>
                        </a:spcBef>
                        <a:spcAft>
                          <a:spcPts val="0"/>
                        </a:spcAft>
                        <a:buClr>
                          <a:srgbClr val="000000"/>
                        </a:buClr>
                        <a:buSzPts val="1200"/>
                        <a:buFont typeface="Arial"/>
                        <a:buNone/>
                      </a:pPr>
                      <a:r>
                        <a:rPr b="1" lang="es-419" sz="1200" u="none" cap="none" strike="noStrike">
                          <a:latin typeface="Times New Roman"/>
                          <a:ea typeface="Times New Roman"/>
                          <a:cs typeface="Times New Roman"/>
                          <a:sym typeface="Times New Roman"/>
                        </a:rPr>
                        <a:t>Requerimientos</a:t>
                      </a:r>
                      <a:endParaRPr b="1" sz="1200" u="none" cap="none" strike="noStrike">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200"/>
                        <a:buFont typeface="Arial"/>
                        <a:buNone/>
                      </a:pPr>
                      <a:r>
                        <a:rPr b="1" lang="es-419" sz="1200" u="none" cap="none" strike="noStrike">
                          <a:latin typeface="Times New Roman"/>
                          <a:ea typeface="Times New Roman"/>
                          <a:cs typeface="Times New Roman"/>
                          <a:sym typeface="Times New Roman"/>
                        </a:rPr>
                        <a:t>no funcionales:</a:t>
                      </a:r>
                      <a:endParaRPr b="1" sz="1200" u="none" cap="none" strike="noStrike">
                        <a:latin typeface="Times New Roman"/>
                        <a:ea typeface="Times New Roman"/>
                        <a:cs typeface="Times New Roman"/>
                        <a:sym typeface="Times New Roman"/>
                      </a:endParaRPr>
                    </a:p>
                  </a:txBody>
                  <a:tcPr marT="63500" marB="63500" marR="63500" marL="63500">
                    <a:lnL cap="flat" cmpd="sng" w="12700">
                      <a:solidFill>
                        <a:srgbClr val="B6D7A8"/>
                      </a:solidFill>
                      <a:prstDash val="solid"/>
                      <a:round/>
                      <a:headEnd len="sm" w="sm" type="none"/>
                      <a:tailEnd len="sm" w="sm" type="none"/>
                    </a:lnL>
                    <a:lnR cap="flat" cmpd="sng" w="12700">
                      <a:solidFill>
                        <a:srgbClr val="B6D7A8"/>
                      </a:solidFill>
                      <a:prstDash val="solid"/>
                      <a:round/>
                      <a:headEnd len="sm" w="sm" type="none"/>
                      <a:tailEnd len="sm" w="sm" type="none"/>
                    </a:lnR>
                    <a:lnT cap="flat" cmpd="sng" w="12700">
                      <a:solidFill>
                        <a:srgbClr val="B6D7A8"/>
                      </a:solidFill>
                      <a:prstDash val="solid"/>
                      <a:round/>
                      <a:headEnd len="sm" w="sm" type="none"/>
                      <a:tailEnd len="sm" w="sm" type="none"/>
                    </a:lnT>
                    <a:lnB cap="flat" cmpd="sng" w="12700">
                      <a:solidFill>
                        <a:srgbClr val="B6D7A8"/>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200"/>
                        <a:buFont typeface="Arial"/>
                        <a:buNone/>
                      </a:pPr>
                      <a:r>
                        <a:rPr lang="es-419" sz="1200" u="none" cap="none" strike="noStrike">
                          <a:latin typeface="Times New Roman"/>
                          <a:ea typeface="Times New Roman"/>
                          <a:cs typeface="Times New Roman"/>
                          <a:sym typeface="Times New Roman"/>
                        </a:rPr>
                        <a:t>❖ RNF01</a:t>
                      </a:r>
                      <a:endParaRPr sz="1200" u="none" cap="none" strike="noStrike">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200"/>
                        <a:buFont typeface="Arial"/>
                        <a:buNone/>
                      </a:pPr>
                      <a:r>
                        <a:rPr lang="es-419" sz="1200" u="none" cap="none" strike="noStrike">
                          <a:latin typeface="Times New Roman"/>
                          <a:ea typeface="Times New Roman"/>
                          <a:cs typeface="Times New Roman"/>
                          <a:sym typeface="Times New Roman"/>
                        </a:rPr>
                        <a:t>❖ RNF05</a:t>
                      </a:r>
                      <a:endParaRPr sz="1200" u="none" cap="none" strike="noStrike">
                        <a:latin typeface="Times New Roman"/>
                        <a:ea typeface="Times New Roman"/>
                        <a:cs typeface="Times New Roman"/>
                        <a:sym typeface="Times New Roman"/>
                      </a:endParaRPr>
                    </a:p>
                  </a:txBody>
                  <a:tcPr marT="63500" marB="63500" marR="63500" marL="63500">
                    <a:lnL cap="flat" cmpd="sng" w="12700">
                      <a:solidFill>
                        <a:srgbClr val="B6D7A8"/>
                      </a:solidFill>
                      <a:prstDash val="solid"/>
                      <a:round/>
                      <a:headEnd len="sm" w="sm" type="none"/>
                      <a:tailEnd len="sm" w="sm" type="none"/>
                    </a:lnL>
                    <a:lnR cap="flat" cmpd="sng" w="12700">
                      <a:solidFill>
                        <a:srgbClr val="B6D7A8"/>
                      </a:solidFill>
                      <a:prstDash val="solid"/>
                      <a:round/>
                      <a:headEnd len="sm" w="sm" type="none"/>
                      <a:tailEnd len="sm" w="sm" type="none"/>
                    </a:lnR>
                    <a:lnT cap="flat" cmpd="sng" w="12700">
                      <a:solidFill>
                        <a:srgbClr val="B6D7A8"/>
                      </a:solidFill>
                      <a:prstDash val="solid"/>
                      <a:round/>
                      <a:headEnd len="sm" w="sm" type="none"/>
                      <a:tailEnd len="sm" w="sm" type="none"/>
                    </a:lnT>
                    <a:lnB cap="flat" cmpd="sng" w="12700">
                      <a:solidFill>
                        <a:srgbClr val="B6D7A8"/>
                      </a:solidFill>
                      <a:prstDash val="solid"/>
                      <a:round/>
                      <a:headEnd len="sm" w="sm" type="none"/>
                      <a:tailEnd len="sm" w="sm" type="none"/>
                    </a:lnB>
                  </a:tcPr>
                </a:tc>
              </a:tr>
              <a:tr h="469900">
                <a:tc>
                  <a:txBody>
                    <a:bodyPr/>
                    <a:lstStyle/>
                    <a:p>
                      <a:pPr indent="0" lvl="0" marL="0" marR="0" rtl="0" algn="l">
                        <a:lnSpc>
                          <a:spcPct val="100000"/>
                        </a:lnSpc>
                        <a:spcBef>
                          <a:spcPts val="0"/>
                        </a:spcBef>
                        <a:spcAft>
                          <a:spcPts val="0"/>
                        </a:spcAft>
                        <a:buClr>
                          <a:srgbClr val="000000"/>
                        </a:buClr>
                        <a:buSzPts val="1200"/>
                        <a:buFont typeface="Arial"/>
                        <a:buNone/>
                      </a:pPr>
                      <a:r>
                        <a:rPr b="1" lang="es-419" sz="1200" u="none" cap="none" strike="noStrike">
                          <a:latin typeface="Times New Roman"/>
                          <a:ea typeface="Times New Roman"/>
                          <a:cs typeface="Times New Roman"/>
                          <a:sym typeface="Times New Roman"/>
                        </a:rPr>
                        <a:t>Prioridad de</a:t>
                      </a:r>
                      <a:endParaRPr b="1" sz="1200" u="none" cap="none" strike="noStrike">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200"/>
                        <a:buFont typeface="Arial"/>
                        <a:buNone/>
                      </a:pPr>
                      <a:r>
                        <a:rPr b="1" lang="es-419" sz="1200" u="none" cap="none" strike="noStrike">
                          <a:latin typeface="Times New Roman"/>
                          <a:ea typeface="Times New Roman"/>
                          <a:cs typeface="Times New Roman"/>
                          <a:sym typeface="Times New Roman"/>
                        </a:rPr>
                        <a:t>requerimiento:</a:t>
                      </a:r>
                      <a:endParaRPr b="1" sz="1200" u="none" cap="none" strike="noStrike">
                        <a:latin typeface="Times New Roman"/>
                        <a:ea typeface="Times New Roman"/>
                        <a:cs typeface="Times New Roman"/>
                        <a:sym typeface="Times New Roman"/>
                      </a:endParaRPr>
                    </a:p>
                  </a:txBody>
                  <a:tcPr marT="63500" marB="63500" marR="63500" marL="63500">
                    <a:lnL cap="flat" cmpd="sng" w="12700">
                      <a:solidFill>
                        <a:srgbClr val="B6D7A8"/>
                      </a:solidFill>
                      <a:prstDash val="solid"/>
                      <a:round/>
                      <a:headEnd len="sm" w="sm" type="none"/>
                      <a:tailEnd len="sm" w="sm" type="none"/>
                    </a:lnL>
                    <a:lnR cap="flat" cmpd="sng" w="12700">
                      <a:solidFill>
                        <a:srgbClr val="B6D7A8"/>
                      </a:solidFill>
                      <a:prstDash val="solid"/>
                      <a:round/>
                      <a:headEnd len="sm" w="sm" type="none"/>
                      <a:tailEnd len="sm" w="sm" type="none"/>
                    </a:lnR>
                    <a:lnT cap="flat" cmpd="sng" w="12700">
                      <a:solidFill>
                        <a:srgbClr val="B6D7A8"/>
                      </a:solidFill>
                      <a:prstDash val="solid"/>
                      <a:round/>
                      <a:headEnd len="sm" w="sm" type="none"/>
                      <a:tailEnd len="sm" w="sm" type="none"/>
                    </a:lnT>
                    <a:lnB cap="flat" cmpd="sng" w="12700">
                      <a:solidFill>
                        <a:srgbClr val="B6D7A8"/>
                      </a:solidFill>
                      <a:prstDash val="solid"/>
                      <a:round/>
                      <a:headEnd len="sm" w="sm" type="none"/>
                      <a:tailEnd len="sm" w="sm" type="none"/>
                    </a:lnB>
                    <a:solidFill>
                      <a:srgbClr val="D9EAD3"/>
                    </a:solidFill>
                  </a:tcPr>
                </a:tc>
                <a:tc>
                  <a:txBody>
                    <a:bodyPr/>
                    <a:lstStyle/>
                    <a:p>
                      <a:pPr indent="0" lvl="0" marL="0" marR="0" rtl="0" algn="l">
                        <a:lnSpc>
                          <a:spcPct val="100000"/>
                        </a:lnSpc>
                        <a:spcBef>
                          <a:spcPts val="0"/>
                        </a:spcBef>
                        <a:spcAft>
                          <a:spcPts val="0"/>
                        </a:spcAft>
                        <a:buClr>
                          <a:srgbClr val="000000"/>
                        </a:buClr>
                        <a:buSzPts val="1200"/>
                        <a:buFont typeface="Arial"/>
                        <a:buNone/>
                      </a:pPr>
                      <a:r>
                        <a:rPr lang="es-419" sz="1200" u="none" cap="none" strike="noStrike">
                          <a:latin typeface="Times New Roman"/>
                          <a:ea typeface="Times New Roman"/>
                          <a:cs typeface="Times New Roman"/>
                          <a:sym typeface="Times New Roman"/>
                        </a:rPr>
                        <a:t>Alta</a:t>
                      </a:r>
                      <a:endParaRPr sz="1200" u="none" cap="none" strike="noStrike">
                        <a:latin typeface="Times New Roman"/>
                        <a:ea typeface="Times New Roman"/>
                        <a:cs typeface="Times New Roman"/>
                        <a:sym typeface="Times New Roman"/>
                      </a:endParaRPr>
                    </a:p>
                  </a:txBody>
                  <a:tcPr marT="63500" marB="63500" marR="63500" marL="63500">
                    <a:lnL cap="flat" cmpd="sng" w="12700">
                      <a:solidFill>
                        <a:srgbClr val="B6D7A8"/>
                      </a:solidFill>
                      <a:prstDash val="solid"/>
                      <a:round/>
                      <a:headEnd len="sm" w="sm" type="none"/>
                      <a:tailEnd len="sm" w="sm" type="none"/>
                    </a:lnL>
                    <a:lnR cap="flat" cmpd="sng" w="12700">
                      <a:solidFill>
                        <a:srgbClr val="B6D7A8"/>
                      </a:solidFill>
                      <a:prstDash val="solid"/>
                      <a:round/>
                      <a:headEnd len="sm" w="sm" type="none"/>
                      <a:tailEnd len="sm" w="sm" type="none"/>
                    </a:lnR>
                    <a:lnT cap="flat" cmpd="sng" w="12700">
                      <a:solidFill>
                        <a:srgbClr val="B6D7A8"/>
                      </a:solidFill>
                      <a:prstDash val="solid"/>
                      <a:round/>
                      <a:headEnd len="sm" w="sm" type="none"/>
                      <a:tailEnd len="sm" w="sm" type="none"/>
                    </a:lnT>
                    <a:lnB cap="flat" cmpd="sng" w="12700">
                      <a:solidFill>
                        <a:srgbClr val="B6D7A8"/>
                      </a:solidFill>
                      <a:prstDash val="solid"/>
                      <a:round/>
                      <a:headEnd len="sm" w="sm" type="none"/>
                      <a:tailEnd len="sm" w="sm" type="none"/>
                    </a:lnB>
                    <a:solidFill>
                      <a:srgbClr val="D9EAD3"/>
                    </a:solidFill>
                  </a:tcPr>
                </a:tc>
              </a:tr>
            </a:tbl>
          </a:graphicData>
        </a:graphic>
      </p:graphicFrame>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9" name="Shape 209"/>
        <p:cNvGrpSpPr/>
        <p:nvPr/>
      </p:nvGrpSpPr>
      <p:grpSpPr>
        <a:xfrm>
          <a:off x="0" y="0"/>
          <a:ext cx="0" cy="0"/>
          <a:chOff x="0" y="0"/>
          <a:chExt cx="0" cy="0"/>
        </a:xfrm>
      </p:grpSpPr>
      <p:graphicFrame>
        <p:nvGraphicFramePr>
          <p:cNvPr id="210" name="Google Shape;210;p24"/>
          <p:cNvGraphicFramePr/>
          <p:nvPr/>
        </p:nvGraphicFramePr>
        <p:xfrm>
          <a:off x="1416050" y="695325"/>
          <a:ext cx="3000000" cy="3000000"/>
        </p:xfrm>
        <a:graphic>
          <a:graphicData uri="http://schemas.openxmlformats.org/drawingml/2006/table">
            <a:tbl>
              <a:tblPr>
                <a:noFill/>
                <a:tableStyleId>{99F3DE70-1715-4968-B29D-26007897703B}</a:tableStyleId>
              </a:tblPr>
              <a:tblGrid>
                <a:gridCol w="1257300"/>
                <a:gridCol w="5054600"/>
              </a:tblGrid>
              <a:tr h="647700">
                <a:tc>
                  <a:txBody>
                    <a:bodyPr/>
                    <a:lstStyle/>
                    <a:p>
                      <a:pPr indent="0" lvl="0" marL="0" marR="0" rtl="0" algn="l">
                        <a:lnSpc>
                          <a:spcPct val="100000"/>
                        </a:lnSpc>
                        <a:spcBef>
                          <a:spcPts val="0"/>
                        </a:spcBef>
                        <a:spcAft>
                          <a:spcPts val="0"/>
                        </a:spcAft>
                        <a:buClr>
                          <a:srgbClr val="000000"/>
                        </a:buClr>
                        <a:buSzPts val="1200"/>
                        <a:buFont typeface="Arial"/>
                        <a:buNone/>
                      </a:pPr>
                      <a:r>
                        <a:rPr b="1" lang="es-419" sz="1200" u="none" cap="none" strike="noStrike">
                          <a:latin typeface="Times New Roman"/>
                          <a:ea typeface="Times New Roman"/>
                          <a:cs typeface="Times New Roman"/>
                          <a:sym typeface="Times New Roman"/>
                        </a:rPr>
                        <a:t>Identificación</a:t>
                      </a:r>
                      <a:endParaRPr b="1" sz="1200" u="none" cap="none" strike="noStrike">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200"/>
                        <a:buFont typeface="Arial"/>
                        <a:buNone/>
                      </a:pPr>
                      <a:r>
                        <a:rPr b="1" lang="es-419" sz="1200" u="none" cap="none" strike="noStrike">
                          <a:latin typeface="Times New Roman"/>
                          <a:ea typeface="Times New Roman"/>
                          <a:cs typeface="Times New Roman"/>
                          <a:sym typeface="Times New Roman"/>
                        </a:rPr>
                        <a:t>del</a:t>
                      </a:r>
                      <a:endParaRPr b="1" sz="1200" u="none" cap="none" strike="noStrike">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200"/>
                        <a:buFont typeface="Arial"/>
                        <a:buNone/>
                      </a:pPr>
                      <a:r>
                        <a:rPr b="1" lang="es-419" sz="1200" u="none" cap="none" strike="noStrike">
                          <a:latin typeface="Times New Roman"/>
                          <a:ea typeface="Times New Roman"/>
                          <a:cs typeface="Times New Roman"/>
                          <a:sym typeface="Times New Roman"/>
                        </a:rPr>
                        <a:t>requerimiento:</a:t>
                      </a:r>
                      <a:endParaRPr b="1" sz="1200" u="none" cap="none" strike="noStrike">
                        <a:latin typeface="Times New Roman"/>
                        <a:ea typeface="Times New Roman"/>
                        <a:cs typeface="Times New Roman"/>
                        <a:sym typeface="Times New Roman"/>
                      </a:endParaRPr>
                    </a:p>
                  </a:txBody>
                  <a:tcPr marT="63500" marB="63500" marR="63500" marL="63500">
                    <a:lnL cap="flat" cmpd="sng" w="12700">
                      <a:solidFill>
                        <a:srgbClr val="B6D7A8"/>
                      </a:solidFill>
                      <a:prstDash val="solid"/>
                      <a:round/>
                      <a:headEnd len="sm" w="sm" type="none"/>
                      <a:tailEnd len="sm" w="sm" type="none"/>
                    </a:lnL>
                    <a:lnR cap="flat" cmpd="sng" w="12700">
                      <a:solidFill>
                        <a:srgbClr val="B6D7A8"/>
                      </a:solidFill>
                      <a:prstDash val="solid"/>
                      <a:round/>
                      <a:headEnd len="sm" w="sm" type="none"/>
                      <a:tailEnd len="sm" w="sm" type="none"/>
                    </a:lnR>
                    <a:lnT cap="flat" cmpd="sng" w="12700">
                      <a:solidFill>
                        <a:srgbClr val="B6D7A8"/>
                      </a:solidFill>
                      <a:prstDash val="solid"/>
                      <a:round/>
                      <a:headEnd len="sm" w="sm" type="none"/>
                      <a:tailEnd len="sm" w="sm" type="none"/>
                    </a:lnT>
                    <a:lnB cap="flat" cmpd="sng" w="12700">
                      <a:solidFill>
                        <a:srgbClr val="B6D7A8"/>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200"/>
                        <a:buFont typeface="Arial"/>
                        <a:buNone/>
                      </a:pPr>
                      <a:r>
                        <a:rPr lang="es-419" sz="1200" u="none" cap="none" strike="noStrike">
                          <a:latin typeface="Times New Roman"/>
                          <a:ea typeface="Times New Roman"/>
                          <a:cs typeface="Times New Roman"/>
                          <a:sym typeface="Times New Roman"/>
                        </a:rPr>
                        <a:t>RF09</a:t>
                      </a:r>
                      <a:endParaRPr sz="1200" u="none" cap="none" strike="noStrike">
                        <a:latin typeface="Times New Roman"/>
                        <a:ea typeface="Times New Roman"/>
                        <a:cs typeface="Times New Roman"/>
                        <a:sym typeface="Times New Roman"/>
                      </a:endParaRPr>
                    </a:p>
                  </a:txBody>
                  <a:tcPr marT="63500" marB="63500" marR="63500" marL="63500">
                    <a:lnL cap="flat" cmpd="sng" w="12700">
                      <a:solidFill>
                        <a:srgbClr val="B6D7A8"/>
                      </a:solidFill>
                      <a:prstDash val="solid"/>
                      <a:round/>
                      <a:headEnd len="sm" w="sm" type="none"/>
                      <a:tailEnd len="sm" w="sm" type="none"/>
                    </a:lnL>
                    <a:lnR cap="flat" cmpd="sng" w="12700">
                      <a:solidFill>
                        <a:srgbClr val="B6D7A8"/>
                      </a:solidFill>
                      <a:prstDash val="solid"/>
                      <a:round/>
                      <a:headEnd len="sm" w="sm" type="none"/>
                      <a:tailEnd len="sm" w="sm" type="none"/>
                    </a:lnR>
                    <a:lnT cap="flat" cmpd="sng" w="12700">
                      <a:solidFill>
                        <a:srgbClr val="B6D7A8"/>
                      </a:solidFill>
                      <a:prstDash val="solid"/>
                      <a:round/>
                      <a:headEnd len="sm" w="sm" type="none"/>
                      <a:tailEnd len="sm" w="sm" type="none"/>
                    </a:lnT>
                    <a:lnB cap="flat" cmpd="sng" w="12700">
                      <a:solidFill>
                        <a:srgbClr val="B6D7A8"/>
                      </a:solidFill>
                      <a:prstDash val="solid"/>
                      <a:round/>
                      <a:headEnd len="sm" w="sm" type="none"/>
                      <a:tailEnd len="sm" w="sm" type="none"/>
                    </a:lnB>
                  </a:tcPr>
                </a:tc>
              </a:tr>
              <a:tr h="495300">
                <a:tc>
                  <a:txBody>
                    <a:bodyPr/>
                    <a:lstStyle/>
                    <a:p>
                      <a:pPr indent="0" lvl="0" marL="0" marR="0" rtl="0" algn="l">
                        <a:lnSpc>
                          <a:spcPct val="100000"/>
                        </a:lnSpc>
                        <a:spcBef>
                          <a:spcPts val="0"/>
                        </a:spcBef>
                        <a:spcAft>
                          <a:spcPts val="0"/>
                        </a:spcAft>
                        <a:buClr>
                          <a:srgbClr val="000000"/>
                        </a:buClr>
                        <a:buSzPts val="1200"/>
                        <a:buFont typeface="Arial"/>
                        <a:buNone/>
                      </a:pPr>
                      <a:r>
                        <a:rPr b="1" lang="es-419" sz="1200" u="none" cap="none" strike="noStrike">
                          <a:latin typeface="Times New Roman"/>
                          <a:ea typeface="Times New Roman"/>
                          <a:cs typeface="Times New Roman"/>
                          <a:sym typeface="Times New Roman"/>
                        </a:rPr>
                        <a:t>Nombre del</a:t>
                      </a:r>
                      <a:endParaRPr b="1" sz="1200" u="none" cap="none" strike="noStrike">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200"/>
                        <a:buFont typeface="Arial"/>
                        <a:buNone/>
                      </a:pPr>
                      <a:r>
                        <a:rPr b="1" lang="es-419" sz="1200" u="none" cap="none" strike="noStrike">
                          <a:latin typeface="Times New Roman"/>
                          <a:ea typeface="Times New Roman"/>
                          <a:cs typeface="Times New Roman"/>
                          <a:sym typeface="Times New Roman"/>
                        </a:rPr>
                        <a:t>requerimiento:</a:t>
                      </a:r>
                      <a:endParaRPr b="1" sz="1200" u="none" cap="none" strike="noStrike">
                        <a:latin typeface="Times New Roman"/>
                        <a:ea typeface="Times New Roman"/>
                        <a:cs typeface="Times New Roman"/>
                        <a:sym typeface="Times New Roman"/>
                      </a:endParaRPr>
                    </a:p>
                  </a:txBody>
                  <a:tcPr marT="63500" marB="63500" marR="63500" marL="63500">
                    <a:lnL cap="flat" cmpd="sng" w="12700">
                      <a:solidFill>
                        <a:srgbClr val="B6D7A8"/>
                      </a:solidFill>
                      <a:prstDash val="solid"/>
                      <a:round/>
                      <a:headEnd len="sm" w="sm" type="none"/>
                      <a:tailEnd len="sm" w="sm" type="none"/>
                    </a:lnL>
                    <a:lnR cap="flat" cmpd="sng" w="12700">
                      <a:solidFill>
                        <a:srgbClr val="B6D7A8"/>
                      </a:solidFill>
                      <a:prstDash val="solid"/>
                      <a:round/>
                      <a:headEnd len="sm" w="sm" type="none"/>
                      <a:tailEnd len="sm" w="sm" type="none"/>
                    </a:lnR>
                    <a:lnT cap="flat" cmpd="sng" w="12700">
                      <a:solidFill>
                        <a:srgbClr val="B6D7A8"/>
                      </a:solidFill>
                      <a:prstDash val="solid"/>
                      <a:round/>
                      <a:headEnd len="sm" w="sm" type="none"/>
                      <a:tailEnd len="sm" w="sm" type="none"/>
                    </a:lnT>
                    <a:lnB cap="flat" cmpd="sng" w="12700">
                      <a:solidFill>
                        <a:srgbClr val="B6D7A8"/>
                      </a:solidFill>
                      <a:prstDash val="solid"/>
                      <a:round/>
                      <a:headEnd len="sm" w="sm" type="none"/>
                      <a:tailEnd len="sm" w="sm" type="none"/>
                    </a:lnB>
                    <a:solidFill>
                      <a:srgbClr val="D9EAD3"/>
                    </a:solidFill>
                  </a:tcPr>
                </a:tc>
                <a:tc>
                  <a:txBody>
                    <a:bodyPr/>
                    <a:lstStyle/>
                    <a:p>
                      <a:pPr indent="0" lvl="0" marL="0" marR="0" rtl="0" algn="l">
                        <a:lnSpc>
                          <a:spcPct val="115000"/>
                        </a:lnSpc>
                        <a:spcBef>
                          <a:spcPts val="0"/>
                        </a:spcBef>
                        <a:spcAft>
                          <a:spcPts val="0"/>
                        </a:spcAft>
                        <a:buClr>
                          <a:srgbClr val="000000"/>
                        </a:buClr>
                        <a:buSzPts val="1200"/>
                        <a:buFont typeface="Arial"/>
                        <a:buNone/>
                      </a:pPr>
                      <a:r>
                        <a:rPr b="1" lang="es-419" sz="1200" u="none" cap="none" strike="noStrike">
                          <a:latin typeface="Times New Roman"/>
                          <a:ea typeface="Times New Roman"/>
                          <a:cs typeface="Times New Roman"/>
                          <a:sym typeface="Times New Roman"/>
                        </a:rPr>
                        <a:t>Seguimiento de pedidos</a:t>
                      </a:r>
                      <a:endParaRPr b="1" sz="1200" u="none" cap="none" strike="noStrike">
                        <a:latin typeface="Times New Roman"/>
                        <a:ea typeface="Times New Roman"/>
                        <a:cs typeface="Times New Roman"/>
                        <a:sym typeface="Times New Roman"/>
                      </a:endParaRPr>
                    </a:p>
                    <a:p>
                      <a:pPr indent="0" lvl="0" marL="0" marR="0" rtl="0" algn="l">
                        <a:lnSpc>
                          <a:spcPct val="115000"/>
                        </a:lnSpc>
                        <a:spcBef>
                          <a:spcPts val="1200"/>
                        </a:spcBef>
                        <a:spcAft>
                          <a:spcPts val="0"/>
                        </a:spcAft>
                        <a:buClr>
                          <a:srgbClr val="000000"/>
                        </a:buClr>
                        <a:buSzPts val="1100"/>
                        <a:buFont typeface="Arial"/>
                        <a:buNone/>
                      </a:pPr>
                      <a:r>
                        <a:t/>
                      </a:r>
                      <a:endParaRPr b="1" sz="1100" u="none" cap="none" strike="noStrike">
                        <a:latin typeface="Times New Roman"/>
                        <a:ea typeface="Times New Roman"/>
                        <a:cs typeface="Times New Roman"/>
                        <a:sym typeface="Times New Roman"/>
                      </a:endParaRPr>
                    </a:p>
                  </a:txBody>
                  <a:tcPr marT="63500" marB="63500" marR="63500" marL="63500">
                    <a:lnL cap="flat" cmpd="sng" w="12700">
                      <a:solidFill>
                        <a:srgbClr val="B6D7A8"/>
                      </a:solidFill>
                      <a:prstDash val="solid"/>
                      <a:round/>
                      <a:headEnd len="sm" w="sm" type="none"/>
                      <a:tailEnd len="sm" w="sm" type="none"/>
                    </a:lnL>
                    <a:lnR cap="flat" cmpd="sng" w="12700">
                      <a:solidFill>
                        <a:srgbClr val="B6D7A8"/>
                      </a:solidFill>
                      <a:prstDash val="solid"/>
                      <a:round/>
                      <a:headEnd len="sm" w="sm" type="none"/>
                      <a:tailEnd len="sm" w="sm" type="none"/>
                    </a:lnR>
                    <a:lnT cap="flat" cmpd="sng" w="12700">
                      <a:solidFill>
                        <a:srgbClr val="B6D7A8"/>
                      </a:solidFill>
                      <a:prstDash val="solid"/>
                      <a:round/>
                      <a:headEnd len="sm" w="sm" type="none"/>
                      <a:tailEnd len="sm" w="sm" type="none"/>
                    </a:lnT>
                    <a:lnB cap="flat" cmpd="sng" w="12700">
                      <a:solidFill>
                        <a:srgbClr val="B6D7A8"/>
                      </a:solidFill>
                      <a:prstDash val="solid"/>
                      <a:round/>
                      <a:headEnd len="sm" w="sm" type="none"/>
                      <a:tailEnd len="sm" w="sm" type="none"/>
                    </a:lnB>
                    <a:solidFill>
                      <a:srgbClr val="D9EAD3"/>
                    </a:solidFill>
                  </a:tcPr>
                </a:tc>
              </a:tr>
              <a:tr h="304800">
                <a:tc>
                  <a:txBody>
                    <a:bodyPr/>
                    <a:lstStyle/>
                    <a:p>
                      <a:pPr indent="0" lvl="0" marL="0" marR="0" rtl="0" algn="l">
                        <a:lnSpc>
                          <a:spcPct val="100000"/>
                        </a:lnSpc>
                        <a:spcBef>
                          <a:spcPts val="0"/>
                        </a:spcBef>
                        <a:spcAft>
                          <a:spcPts val="0"/>
                        </a:spcAft>
                        <a:buClr>
                          <a:srgbClr val="000000"/>
                        </a:buClr>
                        <a:buSzPts val="1200"/>
                        <a:buFont typeface="Arial"/>
                        <a:buNone/>
                      </a:pPr>
                      <a:r>
                        <a:rPr b="1" lang="es-419" sz="1200" u="none" cap="none" strike="noStrike">
                          <a:latin typeface="Times New Roman"/>
                          <a:ea typeface="Times New Roman"/>
                          <a:cs typeface="Times New Roman"/>
                          <a:sym typeface="Times New Roman"/>
                        </a:rPr>
                        <a:t>Características:</a:t>
                      </a:r>
                      <a:endParaRPr b="1" sz="1200" u="none" cap="none" strike="noStrike">
                        <a:latin typeface="Times New Roman"/>
                        <a:ea typeface="Times New Roman"/>
                        <a:cs typeface="Times New Roman"/>
                        <a:sym typeface="Times New Roman"/>
                      </a:endParaRPr>
                    </a:p>
                  </a:txBody>
                  <a:tcPr marT="63500" marB="63500" marR="63500" marL="63500">
                    <a:lnL cap="flat" cmpd="sng" w="12700">
                      <a:solidFill>
                        <a:srgbClr val="B6D7A8"/>
                      </a:solidFill>
                      <a:prstDash val="solid"/>
                      <a:round/>
                      <a:headEnd len="sm" w="sm" type="none"/>
                      <a:tailEnd len="sm" w="sm" type="none"/>
                    </a:lnL>
                    <a:lnR cap="flat" cmpd="sng" w="12700">
                      <a:solidFill>
                        <a:srgbClr val="B6D7A8"/>
                      </a:solidFill>
                      <a:prstDash val="solid"/>
                      <a:round/>
                      <a:headEnd len="sm" w="sm" type="none"/>
                      <a:tailEnd len="sm" w="sm" type="none"/>
                    </a:lnR>
                    <a:lnT cap="flat" cmpd="sng" w="12700">
                      <a:solidFill>
                        <a:srgbClr val="B6D7A8"/>
                      </a:solidFill>
                      <a:prstDash val="solid"/>
                      <a:round/>
                      <a:headEnd len="sm" w="sm" type="none"/>
                      <a:tailEnd len="sm" w="sm" type="none"/>
                    </a:lnT>
                    <a:lnB cap="flat" cmpd="sng" w="12700">
                      <a:solidFill>
                        <a:srgbClr val="B6D7A8"/>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200"/>
                        <a:buFont typeface="Arial"/>
                        <a:buNone/>
                      </a:pPr>
                      <a:r>
                        <a:rPr lang="es-419" sz="1200" u="none" cap="none" strike="noStrike">
                          <a:latin typeface="Times New Roman"/>
                          <a:ea typeface="Times New Roman"/>
                          <a:cs typeface="Times New Roman"/>
                          <a:sym typeface="Times New Roman"/>
                        </a:rPr>
                        <a:t>El sistema debe mostrar el estado actual del pedido.</a:t>
                      </a:r>
                      <a:endParaRPr sz="1200" u="none" cap="none" strike="noStrike">
                        <a:latin typeface="Times New Roman"/>
                        <a:ea typeface="Times New Roman"/>
                        <a:cs typeface="Times New Roman"/>
                        <a:sym typeface="Times New Roman"/>
                      </a:endParaRPr>
                    </a:p>
                  </a:txBody>
                  <a:tcPr marT="63500" marB="63500" marR="63500" marL="63500">
                    <a:lnL cap="flat" cmpd="sng" w="12700">
                      <a:solidFill>
                        <a:srgbClr val="B6D7A8"/>
                      </a:solidFill>
                      <a:prstDash val="solid"/>
                      <a:round/>
                      <a:headEnd len="sm" w="sm" type="none"/>
                      <a:tailEnd len="sm" w="sm" type="none"/>
                    </a:lnL>
                    <a:lnR cap="flat" cmpd="sng" w="12700">
                      <a:solidFill>
                        <a:srgbClr val="B6D7A8"/>
                      </a:solidFill>
                      <a:prstDash val="solid"/>
                      <a:round/>
                      <a:headEnd len="sm" w="sm" type="none"/>
                      <a:tailEnd len="sm" w="sm" type="none"/>
                    </a:lnR>
                    <a:lnT cap="flat" cmpd="sng" w="12700">
                      <a:solidFill>
                        <a:srgbClr val="B6D7A8"/>
                      </a:solidFill>
                      <a:prstDash val="solid"/>
                      <a:round/>
                      <a:headEnd len="sm" w="sm" type="none"/>
                      <a:tailEnd len="sm" w="sm" type="none"/>
                    </a:lnT>
                    <a:lnB cap="flat" cmpd="sng" w="12700">
                      <a:solidFill>
                        <a:srgbClr val="B6D7A8"/>
                      </a:solidFill>
                      <a:prstDash val="solid"/>
                      <a:round/>
                      <a:headEnd len="sm" w="sm" type="none"/>
                      <a:tailEnd len="sm" w="sm" type="none"/>
                    </a:lnB>
                  </a:tcPr>
                </a:tc>
              </a:tr>
              <a:tr h="469900">
                <a:tc>
                  <a:txBody>
                    <a:bodyPr/>
                    <a:lstStyle/>
                    <a:p>
                      <a:pPr indent="0" lvl="0" marL="0" marR="0" rtl="0" algn="l">
                        <a:lnSpc>
                          <a:spcPct val="100000"/>
                        </a:lnSpc>
                        <a:spcBef>
                          <a:spcPts val="0"/>
                        </a:spcBef>
                        <a:spcAft>
                          <a:spcPts val="0"/>
                        </a:spcAft>
                        <a:buClr>
                          <a:srgbClr val="000000"/>
                        </a:buClr>
                        <a:buSzPts val="1200"/>
                        <a:buFont typeface="Arial"/>
                        <a:buNone/>
                      </a:pPr>
                      <a:r>
                        <a:rPr b="1" lang="es-419" sz="1200" u="none" cap="none" strike="noStrike">
                          <a:latin typeface="Times New Roman"/>
                          <a:ea typeface="Times New Roman"/>
                          <a:cs typeface="Times New Roman"/>
                          <a:sym typeface="Times New Roman"/>
                        </a:rPr>
                        <a:t>Descripción del</a:t>
                      </a:r>
                      <a:endParaRPr b="1" sz="1200" u="none" cap="none" strike="noStrike">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200"/>
                        <a:buFont typeface="Arial"/>
                        <a:buNone/>
                      </a:pPr>
                      <a:r>
                        <a:rPr b="1" lang="es-419" sz="1200" u="none" cap="none" strike="noStrike">
                          <a:latin typeface="Times New Roman"/>
                          <a:ea typeface="Times New Roman"/>
                          <a:cs typeface="Times New Roman"/>
                          <a:sym typeface="Times New Roman"/>
                        </a:rPr>
                        <a:t>requerimiento:</a:t>
                      </a:r>
                      <a:endParaRPr b="1" sz="1200" u="none" cap="none" strike="noStrike">
                        <a:latin typeface="Times New Roman"/>
                        <a:ea typeface="Times New Roman"/>
                        <a:cs typeface="Times New Roman"/>
                        <a:sym typeface="Times New Roman"/>
                      </a:endParaRPr>
                    </a:p>
                  </a:txBody>
                  <a:tcPr marT="63500" marB="63500" marR="63500" marL="63500">
                    <a:lnL cap="flat" cmpd="sng" w="12700">
                      <a:solidFill>
                        <a:srgbClr val="B6D7A8"/>
                      </a:solidFill>
                      <a:prstDash val="solid"/>
                      <a:round/>
                      <a:headEnd len="sm" w="sm" type="none"/>
                      <a:tailEnd len="sm" w="sm" type="none"/>
                    </a:lnL>
                    <a:lnR cap="flat" cmpd="sng" w="12700">
                      <a:solidFill>
                        <a:srgbClr val="B6D7A8"/>
                      </a:solidFill>
                      <a:prstDash val="solid"/>
                      <a:round/>
                      <a:headEnd len="sm" w="sm" type="none"/>
                      <a:tailEnd len="sm" w="sm" type="none"/>
                    </a:lnR>
                    <a:lnT cap="flat" cmpd="sng" w="12700">
                      <a:solidFill>
                        <a:srgbClr val="B6D7A8"/>
                      </a:solidFill>
                      <a:prstDash val="solid"/>
                      <a:round/>
                      <a:headEnd len="sm" w="sm" type="none"/>
                      <a:tailEnd len="sm" w="sm" type="none"/>
                    </a:lnT>
                    <a:lnB cap="flat" cmpd="sng" w="12700">
                      <a:solidFill>
                        <a:srgbClr val="B6D7A8"/>
                      </a:solidFill>
                      <a:prstDash val="solid"/>
                      <a:round/>
                      <a:headEnd len="sm" w="sm" type="none"/>
                      <a:tailEnd len="sm" w="sm" type="none"/>
                    </a:lnB>
                    <a:solidFill>
                      <a:srgbClr val="D9EAD3"/>
                    </a:solidFill>
                  </a:tcPr>
                </a:tc>
                <a:tc>
                  <a:txBody>
                    <a:bodyPr/>
                    <a:lstStyle/>
                    <a:p>
                      <a:pPr indent="0" lvl="0" marL="0" marR="0" rtl="0" algn="l">
                        <a:lnSpc>
                          <a:spcPct val="115000"/>
                        </a:lnSpc>
                        <a:spcBef>
                          <a:spcPts val="0"/>
                        </a:spcBef>
                        <a:spcAft>
                          <a:spcPts val="0"/>
                        </a:spcAft>
                        <a:buClr>
                          <a:srgbClr val="000000"/>
                        </a:buClr>
                        <a:buSzPts val="1100"/>
                        <a:buFont typeface="Arial"/>
                        <a:buNone/>
                      </a:pPr>
                      <a:r>
                        <a:rPr lang="es-419" sz="1100" u="none" cap="none" strike="noStrike">
                          <a:latin typeface="Times New Roman"/>
                          <a:ea typeface="Times New Roman"/>
                          <a:cs typeface="Times New Roman"/>
                          <a:sym typeface="Times New Roman"/>
                        </a:rPr>
                        <a:t>El sistema debe permitir a los usuarios (clientes y personal autorizado) consultar el estado de los pedidos realizados, desde su creación hasta su entrega final.</a:t>
                      </a:r>
                      <a:endParaRPr sz="1200" u="none" cap="none" strike="noStrike">
                        <a:latin typeface="Times New Roman"/>
                        <a:ea typeface="Times New Roman"/>
                        <a:cs typeface="Times New Roman"/>
                        <a:sym typeface="Times New Roman"/>
                      </a:endParaRPr>
                    </a:p>
                  </a:txBody>
                  <a:tcPr marT="63500" marB="63500" marR="63500" marL="63500">
                    <a:lnL cap="flat" cmpd="sng" w="12700">
                      <a:solidFill>
                        <a:srgbClr val="B6D7A8"/>
                      </a:solidFill>
                      <a:prstDash val="solid"/>
                      <a:round/>
                      <a:headEnd len="sm" w="sm" type="none"/>
                      <a:tailEnd len="sm" w="sm" type="none"/>
                    </a:lnL>
                    <a:lnR cap="flat" cmpd="sng" w="12700">
                      <a:solidFill>
                        <a:srgbClr val="B6D7A8"/>
                      </a:solidFill>
                      <a:prstDash val="solid"/>
                      <a:round/>
                      <a:headEnd len="sm" w="sm" type="none"/>
                      <a:tailEnd len="sm" w="sm" type="none"/>
                    </a:lnR>
                    <a:lnT cap="flat" cmpd="sng" w="12700">
                      <a:solidFill>
                        <a:srgbClr val="B6D7A8"/>
                      </a:solidFill>
                      <a:prstDash val="solid"/>
                      <a:round/>
                      <a:headEnd len="sm" w="sm" type="none"/>
                      <a:tailEnd len="sm" w="sm" type="none"/>
                    </a:lnT>
                    <a:lnB cap="flat" cmpd="sng" w="12700">
                      <a:solidFill>
                        <a:srgbClr val="B6D7A8"/>
                      </a:solidFill>
                      <a:prstDash val="solid"/>
                      <a:round/>
                      <a:headEnd len="sm" w="sm" type="none"/>
                      <a:tailEnd len="sm" w="sm" type="none"/>
                    </a:lnB>
                    <a:solidFill>
                      <a:srgbClr val="D9EAD3"/>
                    </a:solidFill>
                  </a:tcPr>
                </a:tc>
              </a:tr>
              <a:tr h="469900">
                <a:tc>
                  <a:txBody>
                    <a:bodyPr/>
                    <a:lstStyle/>
                    <a:p>
                      <a:pPr indent="0" lvl="0" marL="0" marR="0" rtl="0" algn="l">
                        <a:lnSpc>
                          <a:spcPct val="100000"/>
                        </a:lnSpc>
                        <a:spcBef>
                          <a:spcPts val="0"/>
                        </a:spcBef>
                        <a:spcAft>
                          <a:spcPts val="0"/>
                        </a:spcAft>
                        <a:buClr>
                          <a:srgbClr val="000000"/>
                        </a:buClr>
                        <a:buSzPts val="1200"/>
                        <a:buFont typeface="Arial"/>
                        <a:buNone/>
                      </a:pPr>
                      <a:r>
                        <a:rPr b="1" lang="es-419" sz="1200" u="none" cap="none" strike="noStrike">
                          <a:latin typeface="Times New Roman"/>
                          <a:ea typeface="Times New Roman"/>
                          <a:cs typeface="Times New Roman"/>
                          <a:sym typeface="Times New Roman"/>
                        </a:rPr>
                        <a:t>Requerimientos</a:t>
                      </a:r>
                      <a:endParaRPr b="1" sz="1200" u="none" cap="none" strike="noStrike">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200"/>
                        <a:buFont typeface="Arial"/>
                        <a:buNone/>
                      </a:pPr>
                      <a:r>
                        <a:rPr b="1" lang="es-419" sz="1200" u="none" cap="none" strike="noStrike">
                          <a:latin typeface="Times New Roman"/>
                          <a:ea typeface="Times New Roman"/>
                          <a:cs typeface="Times New Roman"/>
                          <a:sym typeface="Times New Roman"/>
                        </a:rPr>
                        <a:t>no funcionales:</a:t>
                      </a:r>
                      <a:endParaRPr b="1" sz="1200" u="none" cap="none" strike="noStrike">
                        <a:latin typeface="Times New Roman"/>
                        <a:ea typeface="Times New Roman"/>
                        <a:cs typeface="Times New Roman"/>
                        <a:sym typeface="Times New Roman"/>
                      </a:endParaRPr>
                    </a:p>
                  </a:txBody>
                  <a:tcPr marT="63500" marB="63500" marR="63500" marL="63500">
                    <a:lnL cap="flat" cmpd="sng" w="12700">
                      <a:solidFill>
                        <a:srgbClr val="B6D7A8"/>
                      </a:solidFill>
                      <a:prstDash val="solid"/>
                      <a:round/>
                      <a:headEnd len="sm" w="sm" type="none"/>
                      <a:tailEnd len="sm" w="sm" type="none"/>
                    </a:lnL>
                    <a:lnR cap="flat" cmpd="sng" w="12700">
                      <a:solidFill>
                        <a:srgbClr val="B6D7A8"/>
                      </a:solidFill>
                      <a:prstDash val="solid"/>
                      <a:round/>
                      <a:headEnd len="sm" w="sm" type="none"/>
                      <a:tailEnd len="sm" w="sm" type="none"/>
                    </a:lnR>
                    <a:lnT cap="flat" cmpd="sng" w="12700">
                      <a:solidFill>
                        <a:srgbClr val="B6D7A8"/>
                      </a:solidFill>
                      <a:prstDash val="solid"/>
                      <a:round/>
                      <a:headEnd len="sm" w="sm" type="none"/>
                      <a:tailEnd len="sm" w="sm" type="none"/>
                    </a:lnT>
                    <a:lnB cap="flat" cmpd="sng" w="12700">
                      <a:solidFill>
                        <a:srgbClr val="B6D7A8"/>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200"/>
                        <a:buFont typeface="Arial"/>
                        <a:buNone/>
                      </a:pPr>
                      <a:r>
                        <a:rPr lang="es-419" sz="1200" u="none" cap="none" strike="noStrike">
                          <a:latin typeface="Times New Roman"/>
                          <a:ea typeface="Times New Roman"/>
                          <a:cs typeface="Times New Roman"/>
                          <a:sym typeface="Times New Roman"/>
                        </a:rPr>
                        <a:t>❖ RNF03</a:t>
                      </a:r>
                      <a:endParaRPr sz="1200" u="none" cap="none" strike="noStrike">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200"/>
                        <a:buFont typeface="Arial"/>
                        <a:buNone/>
                      </a:pPr>
                      <a:r>
                        <a:rPr lang="es-419" sz="1200" u="none" cap="none" strike="noStrike">
                          <a:latin typeface="Times New Roman"/>
                          <a:ea typeface="Times New Roman"/>
                          <a:cs typeface="Times New Roman"/>
                          <a:sym typeface="Times New Roman"/>
                        </a:rPr>
                        <a:t>❖ RNF04</a:t>
                      </a:r>
                      <a:endParaRPr sz="1200" u="none" cap="none" strike="noStrike">
                        <a:latin typeface="Times New Roman"/>
                        <a:ea typeface="Times New Roman"/>
                        <a:cs typeface="Times New Roman"/>
                        <a:sym typeface="Times New Roman"/>
                      </a:endParaRPr>
                    </a:p>
                  </a:txBody>
                  <a:tcPr marT="63500" marB="63500" marR="63500" marL="63500">
                    <a:lnL cap="flat" cmpd="sng" w="12700">
                      <a:solidFill>
                        <a:srgbClr val="B6D7A8"/>
                      </a:solidFill>
                      <a:prstDash val="solid"/>
                      <a:round/>
                      <a:headEnd len="sm" w="sm" type="none"/>
                      <a:tailEnd len="sm" w="sm" type="none"/>
                    </a:lnL>
                    <a:lnR cap="flat" cmpd="sng" w="12700">
                      <a:solidFill>
                        <a:srgbClr val="B6D7A8"/>
                      </a:solidFill>
                      <a:prstDash val="solid"/>
                      <a:round/>
                      <a:headEnd len="sm" w="sm" type="none"/>
                      <a:tailEnd len="sm" w="sm" type="none"/>
                    </a:lnR>
                    <a:lnT cap="flat" cmpd="sng" w="12700">
                      <a:solidFill>
                        <a:srgbClr val="B6D7A8"/>
                      </a:solidFill>
                      <a:prstDash val="solid"/>
                      <a:round/>
                      <a:headEnd len="sm" w="sm" type="none"/>
                      <a:tailEnd len="sm" w="sm" type="none"/>
                    </a:lnT>
                    <a:lnB cap="flat" cmpd="sng" w="12700">
                      <a:solidFill>
                        <a:srgbClr val="B6D7A8"/>
                      </a:solidFill>
                      <a:prstDash val="solid"/>
                      <a:round/>
                      <a:headEnd len="sm" w="sm" type="none"/>
                      <a:tailEnd len="sm" w="sm" type="none"/>
                    </a:lnB>
                  </a:tcPr>
                </a:tc>
              </a:tr>
              <a:tr h="469900">
                <a:tc>
                  <a:txBody>
                    <a:bodyPr/>
                    <a:lstStyle/>
                    <a:p>
                      <a:pPr indent="0" lvl="0" marL="0" marR="0" rtl="0" algn="l">
                        <a:lnSpc>
                          <a:spcPct val="100000"/>
                        </a:lnSpc>
                        <a:spcBef>
                          <a:spcPts val="0"/>
                        </a:spcBef>
                        <a:spcAft>
                          <a:spcPts val="0"/>
                        </a:spcAft>
                        <a:buClr>
                          <a:srgbClr val="000000"/>
                        </a:buClr>
                        <a:buSzPts val="1200"/>
                        <a:buFont typeface="Arial"/>
                        <a:buNone/>
                      </a:pPr>
                      <a:r>
                        <a:rPr b="1" lang="es-419" sz="1200" u="none" cap="none" strike="noStrike">
                          <a:latin typeface="Times New Roman"/>
                          <a:ea typeface="Times New Roman"/>
                          <a:cs typeface="Times New Roman"/>
                          <a:sym typeface="Times New Roman"/>
                        </a:rPr>
                        <a:t>Prioridad de</a:t>
                      </a:r>
                      <a:endParaRPr b="1" sz="1200" u="none" cap="none" strike="noStrike">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200"/>
                        <a:buFont typeface="Arial"/>
                        <a:buNone/>
                      </a:pPr>
                      <a:r>
                        <a:rPr b="1" lang="es-419" sz="1200" u="none" cap="none" strike="noStrike">
                          <a:latin typeface="Times New Roman"/>
                          <a:ea typeface="Times New Roman"/>
                          <a:cs typeface="Times New Roman"/>
                          <a:sym typeface="Times New Roman"/>
                        </a:rPr>
                        <a:t>requerimiento:</a:t>
                      </a:r>
                      <a:endParaRPr b="1" sz="1200" u="none" cap="none" strike="noStrike">
                        <a:latin typeface="Times New Roman"/>
                        <a:ea typeface="Times New Roman"/>
                        <a:cs typeface="Times New Roman"/>
                        <a:sym typeface="Times New Roman"/>
                      </a:endParaRPr>
                    </a:p>
                  </a:txBody>
                  <a:tcPr marT="63500" marB="63500" marR="63500" marL="63500">
                    <a:lnL cap="flat" cmpd="sng" w="12700">
                      <a:solidFill>
                        <a:srgbClr val="B6D7A8"/>
                      </a:solidFill>
                      <a:prstDash val="solid"/>
                      <a:round/>
                      <a:headEnd len="sm" w="sm" type="none"/>
                      <a:tailEnd len="sm" w="sm" type="none"/>
                    </a:lnL>
                    <a:lnR cap="flat" cmpd="sng" w="12700">
                      <a:solidFill>
                        <a:srgbClr val="B6D7A8"/>
                      </a:solidFill>
                      <a:prstDash val="solid"/>
                      <a:round/>
                      <a:headEnd len="sm" w="sm" type="none"/>
                      <a:tailEnd len="sm" w="sm" type="none"/>
                    </a:lnR>
                    <a:lnT cap="flat" cmpd="sng" w="12700">
                      <a:solidFill>
                        <a:srgbClr val="B6D7A8"/>
                      </a:solidFill>
                      <a:prstDash val="solid"/>
                      <a:round/>
                      <a:headEnd len="sm" w="sm" type="none"/>
                      <a:tailEnd len="sm" w="sm" type="none"/>
                    </a:lnT>
                    <a:lnB cap="flat" cmpd="sng" w="12700">
                      <a:solidFill>
                        <a:srgbClr val="B6D7A8"/>
                      </a:solidFill>
                      <a:prstDash val="solid"/>
                      <a:round/>
                      <a:headEnd len="sm" w="sm" type="none"/>
                      <a:tailEnd len="sm" w="sm" type="none"/>
                    </a:lnB>
                    <a:solidFill>
                      <a:srgbClr val="D9EAD3"/>
                    </a:solidFill>
                  </a:tcPr>
                </a:tc>
                <a:tc>
                  <a:txBody>
                    <a:bodyPr/>
                    <a:lstStyle/>
                    <a:p>
                      <a:pPr indent="0" lvl="0" marL="0" marR="0" rtl="0" algn="l">
                        <a:lnSpc>
                          <a:spcPct val="100000"/>
                        </a:lnSpc>
                        <a:spcBef>
                          <a:spcPts val="0"/>
                        </a:spcBef>
                        <a:spcAft>
                          <a:spcPts val="0"/>
                        </a:spcAft>
                        <a:buClr>
                          <a:srgbClr val="000000"/>
                        </a:buClr>
                        <a:buSzPts val="1200"/>
                        <a:buFont typeface="Arial"/>
                        <a:buNone/>
                      </a:pPr>
                      <a:r>
                        <a:rPr lang="es-419" sz="1200" u="none" cap="none" strike="noStrike">
                          <a:latin typeface="Times New Roman"/>
                          <a:ea typeface="Times New Roman"/>
                          <a:cs typeface="Times New Roman"/>
                          <a:sym typeface="Times New Roman"/>
                        </a:rPr>
                        <a:t>Alta</a:t>
                      </a:r>
                      <a:endParaRPr sz="1200" u="none" cap="none" strike="noStrike">
                        <a:latin typeface="Times New Roman"/>
                        <a:ea typeface="Times New Roman"/>
                        <a:cs typeface="Times New Roman"/>
                        <a:sym typeface="Times New Roman"/>
                      </a:endParaRPr>
                    </a:p>
                  </a:txBody>
                  <a:tcPr marT="63500" marB="63500" marR="63500" marL="63500">
                    <a:lnL cap="flat" cmpd="sng" w="12700">
                      <a:solidFill>
                        <a:srgbClr val="B6D7A8"/>
                      </a:solidFill>
                      <a:prstDash val="solid"/>
                      <a:round/>
                      <a:headEnd len="sm" w="sm" type="none"/>
                      <a:tailEnd len="sm" w="sm" type="none"/>
                    </a:lnL>
                    <a:lnR cap="flat" cmpd="sng" w="12700">
                      <a:solidFill>
                        <a:srgbClr val="B6D7A8"/>
                      </a:solidFill>
                      <a:prstDash val="solid"/>
                      <a:round/>
                      <a:headEnd len="sm" w="sm" type="none"/>
                      <a:tailEnd len="sm" w="sm" type="none"/>
                    </a:lnR>
                    <a:lnT cap="flat" cmpd="sng" w="12700">
                      <a:solidFill>
                        <a:srgbClr val="B6D7A8"/>
                      </a:solidFill>
                      <a:prstDash val="solid"/>
                      <a:round/>
                      <a:headEnd len="sm" w="sm" type="none"/>
                      <a:tailEnd len="sm" w="sm" type="none"/>
                    </a:lnT>
                    <a:lnB cap="flat" cmpd="sng" w="12700">
                      <a:solidFill>
                        <a:srgbClr val="B6D7A8"/>
                      </a:solidFill>
                      <a:prstDash val="solid"/>
                      <a:round/>
                      <a:headEnd len="sm" w="sm" type="none"/>
                      <a:tailEnd len="sm" w="sm" type="none"/>
                    </a:lnB>
                    <a:solidFill>
                      <a:srgbClr val="D9EAD3"/>
                    </a:solidFill>
                  </a:tcPr>
                </a:tc>
              </a:tr>
            </a:tbl>
          </a:graphicData>
        </a:graphic>
      </p:graphicFrame>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4" name="Shape 214"/>
        <p:cNvGrpSpPr/>
        <p:nvPr/>
      </p:nvGrpSpPr>
      <p:grpSpPr>
        <a:xfrm>
          <a:off x="0" y="0"/>
          <a:ext cx="0" cy="0"/>
          <a:chOff x="0" y="0"/>
          <a:chExt cx="0" cy="0"/>
        </a:xfrm>
      </p:grpSpPr>
      <p:graphicFrame>
        <p:nvGraphicFramePr>
          <p:cNvPr id="215" name="Google Shape;215;p25"/>
          <p:cNvGraphicFramePr/>
          <p:nvPr/>
        </p:nvGraphicFramePr>
        <p:xfrm>
          <a:off x="1416050" y="514350"/>
          <a:ext cx="3000000" cy="3000000"/>
        </p:xfrm>
        <a:graphic>
          <a:graphicData uri="http://schemas.openxmlformats.org/drawingml/2006/table">
            <a:tbl>
              <a:tblPr>
                <a:noFill/>
                <a:tableStyleId>{99F3DE70-1715-4968-B29D-26007897703B}</a:tableStyleId>
              </a:tblPr>
              <a:tblGrid>
                <a:gridCol w="1257300"/>
                <a:gridCol w="5054600"/>
              </a:tblGrid>
              <a:tr h="647700">
                <a:tc>
                  <a:txBody>
                    <a:bodyPr/>
                    <a:lstStyle/>
                    <a:p>
                      <a:pPr indent="0" lvl="0" marL="0" marR="0" rtl="0" algn="l">
                        <a:lnSpc>
                          <a:spcPct val="100000"/>
                        </a:lnSpc>
                        <a:spcBef>
                          <a:spcPts val="0"/>
                        </a:spcBef>
                        <a:spcAft>
                          <a:spcPts val="0"/>
                        </a:spcAft>
                        <a:buClr>
                          <a:srgbClr val="000000"/>
                        </a:buClr>
                        <a:buSzPts val="1200"/>
                        <a:buFont typeface="Arial"/>
                        <a:buNone/>
                      </a:pPr>
                      <a:r>
                        <a:rPr b="1" lang="es-419" sz="1200" u="none" cap="none" strike="noStrike">
                          <a:latin typeface="Times New Roman"/>
                          <a:ea typeface="Times New Roman"/>
                          <a:cs typeface="Times New Roman"/>
                          <a:sym typeface="Times New Roman"/>
                        </a:rPr>
                        <a:t>Identificación</a:t>
                      </a:r>
                      <a:endParaRPr b="1" sz="1200" u="none" cap="none" strike="noStrike">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200"/>
                        <a:buFont typeface="Arial"/>
                        <a:buNone/>
                      </a:pPr>
                      <a:r>
                        <a:rPr b="1" lang="es-419" sz="1200" u="none" cap="none" strike="noStrike">
                          <a:latin typeface="Times New Roman"/>
                          <a:ea typeface="Times New Roman"/>
                          <a:cs typeface="Times New Roman"/>
                          <a:sym typeface="Times New Roman"/>
                        </a:rPr>
                        <a:t>del</a:t>
                      </a:r>
                      <a:endParaRPr b="1" sz="1200" u="none" cap="none" strike="noStrike">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200"/>
                        <a:buFont typeface="Arial"/>
                        <a:buNone/>
                      </a:pPr>
                      <a:r>
                        <a:rPr b="1" lang="es-419" sz="1200" u="none" cap="none" strike="noStrike">
                          <a:latin typeface="Times New Roman"/>
                          <a:ea typeface="Times New Roman"/>
                          <a:cs typeface="Times New Roman"/>
                          <a:sym typeface="Times New Roman"/>
                        </a:rPr>
                        <a:t>requerimiento:</a:t>
                      </a:r>
                      <a:endParaRPr b="1" sz="1200" u="none" cap="none" strike="noStrike">
                        <a:latin typeface="Times New Roman"/>
                        <a:ea typeface="Times New Roman"/>
                        <a:cs typeface="Times New Roman"/>
                        <a:sym typeface="Times New Roman"/>
                      </a:endParaRPr>
                    </a:p>
                  </a:txBody>
                  <a:tcPr marT="63500" marB="63500" marR="63500" marL="63500">
                    <a:lnL cap="flat" cmpd="sng" w="12700">
                      <a:solidFill>
                        <a:srgbClr val="B6D7A8"/>
                      </a:solidFill>
                      <a:prstDash val="solid"/>
                      <a:round/>
                      <a:headEnd len="sm" w="sm" type="none"/>
                      <a:tailEnd len="sm" w="sm" type="none"/>
                    </a:lnL>
                    <a:lnR cap="flat" cmpd="sng" w="12700">
                      <a:solidFill>
                        <a:srgbClr val="B6D7A8"/>
                      </a:solidFill>
                      <a:prstDash val="solid"/>
                      <a:round/>
                      <a:headEnd len="sm" w="sm" type="none"/>
                      <a:tailEnd len="sm" w="sm" type="none"/>
                    </a:lnR>
                    <a:lnT cap="flat" cmpd="sng" w="12700">
                      <a:solidFill>
                        <a:srgbClr val="B6D7A8"/>
                      </a:solidFill>
                      <a:prstDash val="solid"/>
                      <a:round/>
                      <a:headEnd len="sm" w="sm" type="none"/>
                      <a:tailEnd len="sm" w="sm" type="none"/>
                    </a:lnT>
                    <a:lnB cap="flat" cmpd="sng" w="12700">
                      <a:solidFill>
                        <a:srgbClr val="B6D7A8"/>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200"/>
                        <a:buFont typeface="Arial"/>
                        <a:buNone/>
                      </a:pPr>
                      <a:r>
                        <a:rPr lang="es-419" sz="1200" u="none" cap="none" strike="noStrike">
                          <a:latin typeface="Times New Roman"/>
                          <a:ea typeface="Times New Roman"/>
                          <a:cs typeface="Times New Roman"/>
                          <a:sym typeface="Times New Roman"/>
                        </a:rPr>
                        <a:t>RF010</a:t>
                      </a:r>
                      <a:endParaRPr sz="1200" u="none" cap="none" strike="noStrike">
                        <a:latin typeface="Times New Roman"/>
                        <a:ea typeface="Times New Roman"/>
                        <a:cs typeface="Times New Roman"/>
                        <a:sym typeface="Times New Roman"/>
                      </a:endParaRPr>
                    </a:p>
                  </a:txBody>
                  <a:tcPr marT="63500" marB="63500" marR="63500" marL="63500">
                    <a:lnL cap="flat" cmpd="sng" w="12700">
                      <a:solidFill>
                        <a:srgbClr val="B6D7A8"/>
                      </a:solidFill>
                      <a:prstDash val="solid"/>
                      <a:round/>
                      <a:headEnd len="sm" w="sm" type="none"/>
                      <a:tailEnd len="sm" w="sm" type="none"/>
                    </a:lnL>
                    <a:lnR cap="flat" cmpd="sng" w="12700">
                      <a:solidFill>
                        <a:srgbClr val="B6D7A8"/>
                      </a:solidFill>
                      <a:prstDash val="solid"/>
                      <a:round/>
                      <a:headEnd len="sm" w="sm" type="none"/>
                      <a:tailEnd len="sm" w="sm" type="none"/>
                    </a:lnR>
                    <a:lnT cap="flat" cmpd="sng" w="12700">
                      <a:solidFill>
                        <a:srgbClr val="B6D7A8"/>
                      </a:solidFill>
                      <a:prstDash val="solid"/>
                      <a:round/>
                      <a:headEnd len="sm" w="sm" type="none"/>
                      <a:tailEnd len="sm" w="sm" type="none"/>
                    </a:lnT>
                    <a:lnB cap="flat" cmpd="sng" w="12700">
                      <a:solidFill>
                        <a:srgbClr val="B6D7A8"/>
                      </a:solidFill>
                      <a:prstDash val="solid"/>
                      <a:round/>
                      <a:headEnd len="sm" w="sm" type="none"/>
                      <a:tailEnd len="sm" w="sm" type="none"/>
                    </a:lnB>
                  </a:tcPr>
                </a:tc>
              </a:tr>
              <a:tr h="495300">
                <a:tc>
                  <a:txBody>
                    <a:bodyPr/>
                    <a:lstStyle/>
                    <a:p>
                      <a:pPr indent="0" lvl="0" marL="0" marR="0" rtl="0" algn="l">
                        <a:lnSpc>
                          <a:spcPct val="100000"/>
                        </a:lnSpc>
                        <a:spcBef>
                          <a:spcPts val="0"/>
                        </a:spcBef>
                        <a:spcAft>
                          <a:spcPts val="0"/>
                        </a:spcAft>
                        <a:buClr>
                          <a:srgbClr val="000000"/>
                        </a:buClr>
                        <a:buSzPts val="1200"/>
                        <a:buFont typeface="Arial"/>
                        <a:buNone/>
                      </a:pPr>
                      <a:r>
                        <a:rPr b="1" lang="es-419" sz="1200" u="none" cap="none" strike="noStrike">
                          <a:latin typeface="Times New Roman"/>
                          <a:ea typeface="Times New Roman"/>
                          <a:cs typeface="Times New Roman"/>
                          <a:sym typeface="Times New Roman"/>
                        </a:rPr>
                        <a:t>Nombre del</a:t>
                      </a:r>
                      <a:endParaRPr b="1" sz="1200" u="none" cap="none" strike="noStrike">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200"/>
                        <a:buFont typeface="Arial"/>
                        <a:buNone/>
                      </a:pPr>
                      <a:r>
                        <a:rPr b="1" lang="es-419" sz="1200" u="none" cap="none" strike="noStrike">
                          <a:latin typeface="Times New Roman"/>
                          <a:ea typeface="Times New Roman"/>
                          <a:cs typeface="Times New Roman"/>
                          <a:sym typeface="Times New Roman"/>
                        </a:rPr>
                        <a:t>requerimiento:</a:t>
                      </a:r>
                      <a:endParaRPr b="1" sz="1200" u="none" cap="none" strike="noStrike">
                        <a:latin typeface="Times New Roman"/>
                        <a:ea typeface="Times New Roman"/>
                        <a:cs typeface="Times New Roman"/>
                        <a:sym typeface="Times New Roman"/>
                      </a:endParaRPr>
                    </a:p>
                  </a:txBody>
                  <a:tcPr marT="63500" marB="63500" marR="63500" marL="63500">
                    <a:lnL cap="flat" cmpd="sng" w="12700">
                      <a:solidFill>
                        <a:srgbClr val="B6D7A8"/>
                      </a:solidFill>
                      <a:prstDash val="solid"/>
                      <a:round/>
                      <a:headEnd len="sm" w="sm" type="none"/>
                      <a:tailEnd len="sm" w="sm" type="none"/>
                    </a:lnL>
                    <a:lnR cap="flat" cmpd="sng" w="12700">
                      <a:solidFill>
                        <a:srgbClr val="B6D7A8"/>
                      </a:solidFill>
                      <a:prstDash val="solid"/>
                      <a:round/>
                      <a:headEnd len="sm" w="sm" type="none"/>
                      <a:tailEnd len="sm" w="sm" type="none"/>
                    </a:lnR>
                    <a:lnT cap="flat" cmpd="sng" w="12700">
                      <a:solidFill>
                        <a:srgbClr val="B6D7A8"/>
                      </a:solidFill>
                      <a:prstDash val="solid"/>
                      <a:round/>
                      <a:headEnd len="sm" w="sm" type="none"/>
                      <a:tailEnd len="sm" w="sm" type="none"/>
                    </a:lnT>
                    <a:lnB cap="flat" cmpd="sng" w="12700">
                      <a:solidFill>
                        <a:srgbClr val="B6D7A8"/>
                      </a:solidFill>
                      <a:prstDash val="solid"/>
                      <a:round/>
                      <a:headEnd len="sm" w="sm" type="none"/>
                      <a:tailEnd len="sm" w="sm" type="none"/>
                    </a:lnB>
                    <a:solidFill>
                      <a:srgbClr val="D9EAD3"/>
                    </a:solidFill>
                  </a:tcPr>
                </a:tc>
                <a:tc>
                  <a:txBody>
                    <a:bodyPr/>
                    <a:lstStyle/>
                    <a:p>
                      <a:pPr indent="0" lvl="0" marL="0" marR="0" rtl="0" algn="l">
                        <a:lnSpc>
                          <a:spcPct val="115000"/>
                        </a:lnSpc>
                        <a:spcBef>
                          <a:spcPts val="0"/>
                        </a:spcBef>
                        <a:spcAft>
                          <a:spcPts val="0"/>
                        </a:spcAft>
                        <a:buClr>
                          <a:srgbClr val="000000"/>
                        </a:buClr>
                        <a:buSzPts val="1200"/>
                        <a:buFont typeface="Arial"/>
                        <a:buNone/>
                      </a:pPr>
                      <a:r>
                        <a:rPr b="1" lang="es-419" sz="1200" u="none" cap="none" strike="noStrike">
                          <a:latin typeface="Times New Roman"/>
                          <a:ea typeface="Times New Roman"/>
                          <a:cs typeface="Times New Roman"/>
                          <a:sym typeface="Times New Roman"/>
                        </a:rPr>
                        <a:t>Historial de ventas por cliente</a:t>
                      </a:r>
                      <a:endParaRPr b="1" sz="1200" u="none" cap="none" strike="noStrike">
                        <a:latin typeface="Times New Roman"/>
                        <a:ea typeface="Times New Roman"/>
                        <a:cs typeface="Times New Roman"/>
                        <a:sym typeface="Times New Roman"/>
                      </a:endParaRPr>
                    </a:p>
                    <a:p>
                      <a:pPr indent="0" lvl="0" marL="0" marR="0" rtl="0" algn="l">
                        <a:lnSpc>
                          <a:spcPct val="115000"/>
                        </a:lnSpc>
                        <a:spcBef>
                          <a:spcPts val="1200"/>
                        </a:spcBef>
                        <a:spcAft>
                          <a:spcPts val="0"/>
                        </a:spcAft>
                        <a:buClr>
                          <a:srgbClr val="000000"/>
                        </a:buClr>
                        <a:buSzPts val="1100"/>
                        <a:buFont typeface="Arial"/>
                        <a:buNone/>
                      </a:pPr>
                      <a:r>
                        <a:t/>
                      </a:r>
                      <a:endParaRPr b="1" sz="1100" u="none" cap="none" strike="noStrike">
                        <a:latin typeface="Times New Roman"/>
                        <a:ea typeface="Times New Roman"/>
                        <a:cs typeface="Times New Roman"/>
                        <a:sym typeface="Times New Roman"/>
                      </a:endParaRPr>
                    </a:p>
                  </a:txBody>
                  <a:tcPr marT="63500" marB="63500" marR="63500" marL="63500">
                    <a:lnL cap="flat" cmpd="sng" w="12700">
                      <a:solidFill>
                        <a:srgbClr val="B6D7A8"/>
                      </a:solidFill>
                      <a:prstDash val="solid"/>
                      <a:round/>
                      <a:headEnd len="sm" w="sm" type="none"/>
                      <a:tailEnd len="sm" w="sm" type="none"/>
                    </a:lnL>
                    <a:lnR cap="flat" cmpd="sng" w="12700">
                      <a:solidFill>
                        <a:srgbClr val="B6D7A8"/>
                      </a:solidFill>
                      <a:prstDash val="solid"/>
                      <a:round/>
                      <a:headEnd len="sm" w="sm" type="none"/>
                      <a:tailEnd len="sm" w="sm" type="none"/>
                    </a:lnR>
                    <a:lnT cap="flat" cmpd="sng" w="12700">
                      <a:solidFill>
                        <a:srgbClr val="B6D7A8"/>
                      </a:solidFill>
                      <a:prstDash val="solid"/>
                      <a:round/>
                      <a:headEnd len="sm" w="sm" type="none"/>
                      <a:tailEnd len="sm" w="sm" type="none"/>
                    </a:lnT>
                    <a:lnB cap="flat" cmpd="sng" w="12700">
                      <a:solidFill>
                        <a:srgbClr val="B6D7A8"/>
                      </a:solidFill>
                      <a:prstDash val="solid"/>
                      <a:round/>
                      <a:headEnd len="sm" w="sm" type="none"/>
                      <a:tailEnd len="sm" w="sm" type="none"/>
                    </a:lnB>
                    <a:solidFill>
                      <a:srgbClr val="D9EAD3"/>
                    </a:solidFill>
                  </a:tcPr>
                </a:tc>
              </a:tr>
              <a:tr h="304800">
                <a:tc>
                  <a:txBody>
                    <a:bodyPr/>
                    <a:lstStyle/>
                    <a:p>
                      <a:pPr indent="0" lvl="0" marL="0" marR="0" rtl="0" algn="l">
                        <a:lnSpc>
                          <a:spcPct val="100000"/>
                        </a:lnSpc>
                        <a:spcBef>
                          <a:spcPts val="0"/>
                        </a:spcBef>
                        <a:spcAft>
                          <a:spcPts val="0"/>
                        </a:spcAft>
                        <a:buClr>
                          <a:srgbClr val="000000"/>
                        </a:buClr>
                        <a:buSzPts val="1200"/>
                        <a:buFont typeface="Arial"/>
                        <a:buNone/>
                      </a:pPr>
                      <a:r>
                        <a:rPr b="1" lang="es-419" sz="1200" u="none" cap="none" strike="noStrike">
                          <a:latin typeface="Times New Roman"/>
                          <a:ea typeface="Times New Roman"/>
                          <a:cs typeface="Times New Roman"/>
                          <a:sym typeface="Times New Roman"/>
                        </a:rPr>
                        <a:t>Características:</a:t>
                      </a:r>
                      <a:endParaRPr b="1" sz="1200" u="none" cap="none" strike="noStrike">
                        <a:latin typeface="Times New Roman"/>
                        <a:ea typeface="Times New Roman"/>
                        <a:cs typeface="Times New Roman"/>
                        <a:sym typeface="Times New Roman"/>
                      </a:endParaRPr>
                    </a:p>
                  </a:txBody>
                  <a:tcPr marT="63500" marB="63500" marR="63500" marL="63500">
                    <a:lnL cap="flat" cmpd="sng" w="12700">
                      <a:solidFill>
                        <a:srgbClr val="B6D7A8"/>
                      </a:solidFill>
                      <a:prstDash val="solid"/>
                      <a:round/>
                      <a:headEnd len="sm" w="sm" type="none"/>
                      <a:tailEnd len="sm" w="sm" type="none"/>
                    </a:lnL>
                    <a:lnR cap="flat" cmpd="sng" w="12700">
                      <a:solidFill>
                        <a:srgbClr val="B6D7A8"/>
                      </a:solidFill>
                      <a:prstDash val="solid"/>
                      <a:round/>
                      <a:headEnd len="sm" w="sm" type="none"/>
                      <a:tailEnd len="sm" w="sm" type="none"/>
                    </a:lnR>
                    <a:lnT cap="flat" cmpd="sng" w="12700">
                      <a:solidFill>
                        <a:srgbClr val="B6D7A8"/>
                      </a:solidFill>
                      <a:prstDash val="solid"/>
                      <a:round/>
                      <a:headEnd len="sm" w="sm" type="none"/>
                      <a:tailEnd len="sm" w="sm" type="none"/>
                    </a:lnT>
                    <a:lnB cap="flat" cmpd="sng" w="12700">
                      <a:solidFill>
                        <a:srgbClr val="B6D7A8"/>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200"/>
                        <a:buFont typeface="Arial"/>
                        <a:buNone/>
                      </a:pPr>
                      <a:r>
                        <a:rPr lang="es-419" sz="1200" u="none" cap="none" strike="noStrike">
                          <a:latin typeface="Times New Roman"/>
                          <a:ea typeface="Times New Roman"/>
                          <a:cs typeface="Times New Roman"/>
                          <a:sym typeface="Times New Roman"/>
                        </a:rPr>
                        <a:t> El sistema debe mostrar un listado cronológico de todas las ventas asociadas a un cliente.</a:t>
                      </a:r>
                      <a:endParaRPr sz="1200" u="none" cap="none" strike="noStrike">
                        <a:latin typeface="Times New Roman"/>
                        <a:ea typeface="Times New Roman"/>
                        <a:cs typeface="Times New Roman"/>
                        <a:sym typeface="Times New Roman"/>
                      </a:endParaRPr>
                    </a:p>
                  </a:txBody>
                  <a:tcPr marT="63500" marB="63500" marR="63500" marL="63500">
                    <a:lnL cap="flat" cmpd="sng" w="12700">
                      <a:solidFill>
                        <a:srgbClr val="B6D7A8"/>
                      </a:solidFill>
                      <a:prstDash val="solid"/>
                      <a:round/>
                      <a:headEnd len="sm" w="sm" type="none"/>
                      <a:tailEnd len="sm" w="sm" type="none"/>
                    </a:lnL>
                    <a:lnR cap="flat" cmpd="sng" w="12700">
                      <a:solidFill>
                        <a:srgbClr val="B6D7A8"/>
                      </a:solidFill>
                      <a:prstDash val="solid"/>
                      <a:round/>
                      <a:headEnd len="sm" w="sm" type="none"/>
                      <a:tailEnd len="sm" w="sm" type="none"/>
                    </a:lnR>
                    <a:lnT cap="flat" cmpd="sng" w="12700">
                      <a:solidFill>
                        <a:srgbClr val="B6D7A8"/>
                      </a:solidFill>
                      <a:prstDash val="solid"/>
                      <a:round/>
                      <a:headEnd len="sm" w="sm" type="none"/>
                      <a:tailEnd len="sm" w="sm" type="none"/>
                    </a:lnT>
                    <a:lnB cap="flat" cmpd="sng" w="12700">
                      <a:solidFill>
                        <a:srgbClr val="B6D7A8"/>
                      </a:solidFill>
                      <a:prstDash val="solid"/>
                      <a:round/>
                      <a:headEnd len="sm" w="sm" type="none"/>
                      <a:tailEnd len="sm" w="sm" type="none"/>
                    </a:lnB>
                  </a:tcPr>
                </a:tc>
              </a:tr>
              <a:tr h="469900">
                <a:tc>
                  <a:txBody>
                    <a:bodyPr/>
                    <a:lstStyle/>
                    <a:p>
                      <a:pPr indent="0" lvl="0" marL="0" marR="0" rtl="0" algn="l">
                        <a:lnSpc>
                          <a:spcPct val="100000"/>
                        </a:lnSpc>
                        <a:spcBef>
                          <a:spcPts val="0"/>
                        </a:spcBef>
                        <a:spcAft>
                          <a:spcPts val="0"/>
                        </a:spcAft>
                        <a:buClr>
                          <a:srgbClr val="000000"/>
                        </a:buClr>
                        <a:buSzPts val="1200"/>
                        <a:buFont typeface="Arial"/>
                        <a:buNone/>
                      </a:pPr>
                      <a:r>
                        <a:rPr b="1" lang="es-419" sz="1200" u="none" cap="none" strike="noStrike">
                          <a:latin typeface="Times New Roman"/>
                          <a:ea typeface="Times New Roman"/>
                          <a:cs typeface="Times New Roman"/>
                          <a:sym typeface="Times New Roman"/>
                        </a:rPr>
                        <a:t>Descripción del</a:t>
                      </a:r>
                      <a:endParaRPr b="1" sz="1200" u="none" cap="none" strike="noStrike">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200"/>
                        <a:buFont typeface="Arial"/>
                        <a:buNone/>
                      </a:pPr>
                      <a:r>
                        <a:rPr b="1" lang="es-419" sz="1200" u="none" cap="none" strike="noStrike">
                          <a:latin typeface="Times New Roman"/>
                          <a:ea typeface="Times New Roman"/>
                          <a:cs typeface="Times New Roman"/>
                          <a:sym typeface="Times New Roman"/>
                        </a:rPr>
                        <a:t>requerimiento:</a:t>
                      </a:r>
                      <a:endParaRPr b="1" sz="1200" u="none" cap="none" strike="noStrike">
                        <a:latin typeface="Times New Roman"/>
                        <a:ea typeface="Times New Roman"/>
                        <a:cs typeface="Times New Roman"/>
                        <a:sym typeface="Times New Roman"/>
                      </a:endParaRPr>
                    </a:p>
                  </a:txBody>
                  <a:tcPr marT="63500" marB="63500" marR="63500" marL="63500">
                    <a:lnL cap="flat" cmpd="sng" w="12700">
                      <a:solidFill>
                        <a:srgbClr val="B6D7A8"/>
                      </a:solidFill>
                      <a:prstDash val="solid"/>
                      <a:round/>
                      <a:headEnd len="sm" w="sm" type="none"/>
                      <a:tailEnd len="sm" w="sm" type="none"/>
                    </a:lnL>
                    <a:lnR cap="flat" cmpd="sng" w="12700">
                      <a:solidFill>
                        <a:srgbClr val="B6D7A8"/>
                      </a:solidFill>
                      <a:prstDash val="solid"/>
                      <a:round/>
                      <a:headEnd len="sm" w="sm" type="none"/>
                      <a:tailEnd len="sm" w="sm" type="none"/>
                    </a:lnR>
                    <a:lnT cap="flat" cmpd="sng" w="12700">
                      <a:solidFill>
                        <a:srgbClr val="B6D7A8"/>
                      </a:solidFill>
                      <a:prstDash val="solid"/>
                      <a:round/>
                      <a:headEnd len="sm" w="sm" type="none"/>
                      <a:tailEnd len="sm" w="sm" type="none"/>
                    </a:lnT>
                    <a:lnB cap="flat" cmpd="sng" w="12700">
                      <a:solidFill>
                        <a:srgbClr val="B6D7A8"/>
                      </a:solidFill>
                      <a:prstDash val="solid"/>
                      <a:round/>
                      <a:headEnd len="sm" w="sm" type="none"/>
                      <a:tailEnd len="sm" w="sm" type="none"/>
                    </a:lnB>
                    <a:solidFill>
                      <a:srgbClr val="D9EAD3"/>
                    </a:solidFill>
                  </a:tcPr>
                </a:tc>
                <a:tc>
                  <a:txBody>
                    <a:bodyPr/>
                    <a:lstStyle/>
                    <a:p>
                      <a:pPr indent="0" lvl="0" marL="0" marR="0" rtl="0" algn="l">
                        <a:lnSpc>
                          <a:spcPct val="115000"/>
                        </a:lnSpc>
                        <a:spcBef>
                          <a:spcPts val="0"/>
                        </a:spcBef>
                        <a:spcAft>
                          <a:spcPts val="0"/>
                        </a:spcAft>
                        <a:buClr>
                          <a:srgbClr val="000000"/>
                        </a:buClr>
                        <a:buSzPts val="1100"/>
                        <a:buFont typeface="Arial"/>
                        <a:buNone/>
                      </a:pPr>
                      <a:r>
                        <a:rPr lang="es-419" sz="1100" u="none" cap="none" strike="noStrike">
                          <a:latin typeface="Times New Roman"/>
                          <a:ea typeface="Times New Roman"/>
                          <a:cs typeface="Times New Roman"/>
                          <a:sym typeface="Times New Roman"/>
                        </a:rPr>
                        <a:t>El sistema debe permitir consultar todas las ventas realizadas a un cliente específico, mostrando un registro detallado de cada transacción.</a:t>
                      </a:r>
                      <a:endParaRPr sz="1200" u="none" cap="none" strike="noStrike">
                        <a:latin typeface="Times New Roman"/>
                        <a:ea typeface="Times New Roman"/>
                        <a:cs typeface="Times New Roman"/>
                        <a:sym typeface="Times New Roman"/>
                      </a:endParaRPr>
                    </a:p>
                  </a:txBody>
                  <a:tcPr marT="63500" marB="63500" marR="63500" marL="63500">
                    <a:lnL cap="flat" cmpd="sng" w="12700">
                      <a:solidFill>
                        <a:srgbClr val="B6D7A8"/>
                      </a:solidFill>
                      <a:prstDash val="solid"/>
                      <a:round/>
                      <a:headEnd len="sm" w="sm" type="none"/>
                      <a:tailEnd len="sm" w="sm" type="none"/>
                    </a:lnL>
                    <a:lnR cap="flat" cmpd="sng" w="12700">
                      <a:solidFill>
                        <a:srgbClr val="B6D7A8"/>
                      </a:solidFill>
                      <a:prstDash val="solid"/>
                      <a:round/>
                      <a:headEnd len="sm" w="sm" type="none"/>
                      <a:tailEnd len="sm" w="sm" type="none"/>
                    </a:lnR>
                    <a:lnT cap="flat" cmpd="sng" w="12700">
                      <a:solidFill>
                        <a:srgbClr val="B6D7A8"/>
                      </a:solidFill>
                      <a:prstDash val="solid"/>
                      <a:round/>
                      <a:headEnd len="sm" w="sm" type="none"/>
                      <a:tailEnd len="sm" w="sm" type="none"/>
                    </a:lnT>
                    <a:lnB cap="flat" cmpd="sng" w="12700">
                      <a:solidFill>
                        <a:srgbClr val="B6D7A8"/>
                      </a:solidFill>
                      <a:prstDash val="solid"/>
                      <a:round/>
                      <a:headEnd len="sm" w="sm" type="none"/>
                      <a:tailEnd len="sm" w="sm" type="none"/>
                    </a:lnB>
                    <a:solidFill>
                      <a:srgbClr val="D9EAD3"/>
                    </a:solidFill>
                  </a:tcPr>
                </a:tc>
              </a:tr>
              <a:tr h="469900">
                <a:tc>
                  <a:txBody>
                    <a:bodyPr/>
                    <a:lstStyle/>
                    <a:p>
                      <a:pPr indent="0" lvl="0" marL="0" marR="0" rtl="0" algn="l">
                        <a:lnSpc>
                          <a:spcPct val="100000"/>
                        </a:lnSpc>
                        <a:spcBef>
                          <a:spcPts val="0"/>
                        </a:spcBef>
                        <a:spcAft>
                          <a:spcPts val="0"/>
                        </a:spcAft>
                        <a:buClr>
                          <a:srgbClr val="000000"/>
                        </a:buClr>
                        <a:buSzPts val="1200"/>
                        <a:buFont typeface="Arial"/>
                        <a:buNone/>
                      </a:pPr>
                      <a:r>
                        <a:rPr b="1" lang="es-419" sz="1200" u="none" cap="none" strike="noStrike">
                          <a:latin typeface="Times New Roman"/>
                          <a:ea typeface="Times New Roman"/>
                          <a:cs typeface="Times New Roman"/>
                          <a:sym typeface="Times New Roman"/>
                        </a:rPr>
                        <a:t>Requerimientos</a:t>
                      </a:r>
                      <a:endParaRPr b="1" sz="1200" u="none" cap="none" strike="noStrike">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200"/>
                        <a:buFont typeface="Arial"/>
                        <a:buNone/>
                      </a:pPr>
                      <a:r>
                        <a:rPr b="1" lang="es-419" sz="1200" u="none" cap="none" strike="noStrike">
                          <a:latin typeface="Times New Roman"/>
                          <a:ea typeface="Times New Roman"/>
                          <a:cs typeface="Times New Roman"/>
                          <a:sym typeface="Times New Roman"/>
                        </a:rPr>
                        <a:t>no funcionales:</a:t>
                      </a:r>
                      <a:endParaRPr b="1" sz="1200" u="none" cap="none" strike="noStrike">
                        <a:latin typeface="Times New Roman"/>
                        <a:ea typeface="Times New Roman"/>
                        <a:cs typeface="Times New Roman"/>
                        <a:sym typeface="Times New Roman"/>
                      </a:endParaRPr>
                    </a:p>
                  </a:txBody>
                  <a:tcPr marT="63500" marB="63500" marR="63500" marL="63500">
                    <a:lnL cap="flat" cmpd="sng" w="12700">
                      <a:solidFill>
                        <a:srgbClr val="B6D7A8"/>
                      </a:solidFill>
                      <a:prstDash val="solid"/>
                      <a:round/>
                      <a:headEnd len="sm" w="sm" type="none"/>
                      <a:tailEnd len="sm" w="sm" type="none"/>
                    </a:lnL>
                    <a:lnR cap="flat" cmpd="sng" w="12700">
                      <a:solidFill>
                        <a:srgbClr val="B6D7A8"/>
                      </a:solidFill>
                      <a:prstDash val="solid"/>
                      <a:round/>
                      <a:headEnd len="sm" w="sm" type="none"/>
                      <a:tailEnd len="sm" w="sm" type="none"/>
                    </a:lnR>
                    <a:lnT cap="flat" cmpd="sng" w="12700">
                      <a:solidFill>
                        <a:srgbClr val="B6D7A8"/>
                      </a:solidFill>
                      <a:prstDash val="solid"/>
                      <a:round/>
                      <a:headEnd len="sm" w="sm" type="none"/>
                      <a:tailEnd len="sm" w="sm" type="none"/>
                    </a:lnT>
                    <a:lnB cap="flat" cmpd="sng" w="12700">
                      <a:solidFill>
                        <a:srgbClr val="B6D7A8"/>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200"/>
                        <a:buFont typeface="Arial"/>
                        <a:buNone/>
                      </a:pPr>
                      <a:r>
                        <a:rPr lang="es-419" sz="1200" u="none" cap="none" strike="noStrike">
                          <a:latin typeface="Times New Roman"/>
                          <a:ea typeface="Times New Roman"/>
                          <a:cs typeface="Times New Roman"/>
                          <a:sym typeface="Times New Roman"/>
                        </a:rPr>
                        <a:t>❖ RNF02</a:t>
                      </a:r>
                      <a:endParaRPr sz="1200" u="none" cap="none" strike="noStrike">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200"/>
                        <a:buFont typeface="Arial"/>
                        <a:buNone/>
                      </a:pPr>
                      <a:r>
                        <a:rPr lang="es-419" sz="1200" u="none" cap="none" strike="noStrike">
                          <a:latin typeface="Times New Roman"/>
                          <a:ea typeface="Times New Roman"/>
                          <a:cs typeface="Times New Roman"/>
                          <a:sym typeface="Times New Roman"/>
                        </a:rPr>
                        <a:t>❖ RNF06</a:t>
                      </a:r>
                      <a:endParaRPr sz="1200" u="none" cap="none" strike="noStrike">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200"/>
                        <a:buFont typeface="Arial"/>
                        <a:buNone/>
                      </a:pPr>
                      <a:r>
                        <a:rPr lang="es-419" sz="1200" u="none" cap="none" strike="noStrike">
                          <a:latin typeface="Times New Roman"/>
                          <a:ea typeface="Times New Roman"/>
                          <a:cs typeface="Times New Roman"/>
                          <a:sym typeface="Times New Roman"/>
                        </a:rPr>
                        <a:t>❖ RNF08</a:t>
                      </a:r>
                      <a:endParaRPr sz="1200" u="none" cap="none" strike="noStrike">
                        <a:latin typeface="Times New Roman"/>
                        <a:ea typeface="Times New Roman"/>
                        <a:cs typeface="Times New Roman"/>
                        <a:sym typeface="Times New Roman"/>
                      </a:endParaRPr>
                    </a:p>
                  </a:txBody>
                  <a:tcPr marT="63500" marB="63500" marR="63500" marL="63500">
                    <a:lnL cap="flat" cmpd="sng" w="12700">
                      <a:solidFill>
                        <a:srgbClr val="B6D7A8"/>
                      </a:solidFill>
                      <a:prstDash val="solid"/>
                      <a:round/>
                      <a:headEnd len="sm" w="sm" type="none"/>
                      <a:tailEnd len="sm" w="sm" type="none"/>
                    </a:lnL>
                    <a:lnR cap="flat" cmpd="sng" w="12700">
                      <a:solidFill>
                        <a:srgbClr val="B6D7A8"/>
                      </a:solidFill>
                      <a:prstDash val="solid"/>
                      <a:round/>
                      <a:headEnd len="sm" w="sm" type="none"/>
                      <a:tailEnd len="sm" w="sm" type="none"/>
                    </a:lnR>
                    <a:lnT cap="flat" cmpd="sng" w="12700">
                      <a:solidFill>
                        <a:srgbClr val="B6D7A8"/>
                      </a:solidFill>
                      <a:prstDash val="solid"/>
                      <a:round/>
                      <a:headEnd len="sm" w="sm" type="none"/>
                      <a:tailEnd len="sm" w="sm" type="none"/>
                    </a:lnT>
                    <a:lnB cap="flat" cmpd="sng" w="12700">
                      <a:solidFill>
                        <a:srgbClr val="B6D7A8"/>
                      </a:solidFill>
                      <a:prstDash val="solid"/>
                      <a:round/>
                      <a:headEnd len="sm" w="sm" type="none"/>
                      <a:tailEnd len="sm" w="sm" type="none"/>
                    </a:lnB>
                  </a:tcPr>
                </a:tc>
              </a:tr>
              <a:tr h="469900">
                <a:tc>
                  <a:txBody>
                    <a:bodyPr/>
                    <a:lstStyle/>
                    <a:p>
                      <a:pPr indent="0" lvl="0" marL="0" marR="0" rtl="0" algn="l">
                        <a:lnSpc>
                          <a:spcPct val="100000"/>
                        </a:lnSpc>
                        <a:spcBef>
                          <a:spcPts val="0"/>
                        </a:spcBef>
                        <a:spcAft>
                          <a:spcPts val="0"/>
                        </a:spcAft>
                        <a:buClr>
                          <a:srgbClr val="000000"/>
                        </a:buClr>
                        <a:buSzPts val="1200"/>
                        <a:buFont typeface="Arial"/>
                        <a:buNone/>
                      </a:pPr>
                      <a:r>
                        <a:rPr b="1" lang="es-419" sz="1200" u="none" cap="none" strike="noStrike">
                          <a:latin typeface="Times New Roman"/>
                          <a:ea typeface="Times New Roman"/>
                          <a:cs typeface="Times New Roman"/>
                          <a:sym typeface="Times New Roman"/>
                        </a:rPr>
                        <a:t>Prioridad de</a:t>
                      </a:r>
                      <a:endParaRPr b="1" sz="1200" u="none" cap="none" strike="noStrike">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200"/>
                        <a:buFont typeface="Arial"/>
                        <a:buNone/>
                      </a:pPr>
                      <a:r>
                        <a:rPr b="1" lang="es-419" sz="1200" u="none" cap="none" strike="noStrike">
                          <a:latin typeface="Times New Roman"/>
                          <a:ea typeface="Times New Roman"/>
                          <a:cs typeface="Times New Roman"/>
                          <a:sym typeface="Times New Roman"/>
                        </a:rPr>
                        <a:t>requerimiento:</a:t>
                      </a:r>
                      <a:endParaRPr b="1" sz="1200" u="none" cap="none" strike="noStrike">
                        <a:latin typeface="Times New Roman"/>
                        <a:ea typeface="Times New Roman"/>
                        <a:cs typeface="Times New Roman"/>
                        <a:sym typeface="Times New Roman"/>
                      </a:endParaRPr>
                    </a:p>
                  </a:txBody>
                  <a:tcPr marT="63500" marB="63500" marR="63500" marL="63500">
                    <a:lnL cap="flat" cmpd="sng" w="12700">
                      <a:solidFill>
                        <a:srgbClr val="B6D7A8"/>
                      </a:solidFill>
                      <a:prstDash val="solid"/>
                      <a:round/>
                      <a:headEnd len="sm" w="sm" type="none"/>
                      <a:tailEnd len="sm" w="sm" type="none"/>
                    </a:lnL>
                    <a:lnR cap="flat" cmpd="sng" w="12700">
                      <a:solidFill>
                        <a:srgbClr val="B6D7A8"/>
                      </a:solidFill>
                      <a:prstDash val="solid"/>
                      <a:round/>
                      <a:headEnd len="sm" w="sm" type="none"/>
                      <a:tailEnd len="sm" w="sm" type="none"/>
                    </a:lnR>
                    <a:lnT cap="flat" cmpd="sng" w="12700">
                      <a:solidFill>
                        <a:srgbClr val="B6D7A8"/>
                      </a:solidFill>
                      <a:prstDash val="solid"/>
                      <a:round/>
                      <a:headEnd len="sm" w="sm" type="none"/>
                      <a:tailEnd len="sm" w="sm" type="none"/>
                    </a:lnT>
                    <a:lnB cap="flat" cmpd="sng" w="12700">
                      <a:solidFill>
                        <a:srgbClr val="B6D7A8"/>
                      </a:solidFill>
                      <a:prstDash val="solid"/>
                      <a:round/>
                      <a:headEnd len="sm" w="sm" type="none"/>
                      <a:tailEnd len="sm" w="sm" type="none"/>
                    </a:lnB>
                    <a:solidFill>
                      <a:srgbClr val="D9EAD3"/>
                    </a:solidFill>
                  </a:tcPr>
                </a:tc>
                <a:tc>
                  <a:txBody>
                    <a:bodyPr/>
                    <a:lstStyle/>
                    <a:p>
                      <a:pPr indent="0" lvl="0" marL="0" marR="0" rtl="0" algn="l">
                        <a:lnSpc>
                          <a:spcPct val="100000"/>
                        </a:lnSpc>
                        <a:spcBef>
                          <a:spcPts val="0"/>
                        </a:spcBef>
                        <a:spcAft>
                          <a:spcPts val="0"/>
                        </a:spcAft>
                        <a:buClr>
                          <a:srgbClr val="000000"/>
                        </a:buClr>
                        <a:buSzPts val="1200"/>
                        <a:buFont typeface="Arial"/>
                        <a:buNone/>
                      </a:pPr>
                      <a:r>
                        <a:rPr lang="es-419" sz="1200" u="none" cap="none" strike="noStrike">
                          <a:latin typeface="Times New Roman"/>
                          <a:ea typeface="Times New Roman"/>
                          <a:cs typeface="Times New Roman"/>
                          <a:sym typeface="Times New Roman"/>
                        </a:rPr>
                        <a:t>Alta</a:t>
                      </a:r>
                      <a:endParaRPr sz="1200" u="none" cap="none" strike="noStrike">
                        <a:latin typeface="Times New Roman"/>
                        <a:ea typeface="Times New Roman"/>
                        <a:cs typeface="Times New Roman"/>
                        <a:sym typeface="Times New Roman"/>
                      </a:endParaRPr>
                    </a:p>
                  </a:txBody>
                  <a:tcPr marT="63500" marB="63500" marR="63500" marL="63500">
                    <a:lnL cap="flat" cmpd="sng" w="12700">
                      <a:solidFill>
                        <a:srgbClr val="B6D7A8"/>
                      </a:solidFill>
                      <a:prstDash val="solid"/>
                      <a:round/>
                      <a:headEnd len="sm" w="sm" type="none"/>
                      <a:tailEnd len="sm" w="sm" type="none"/>
                    </a:lnL>
                    <a:lnR cap="flat" cmpd="sng" w="12700">
                      <a:solidFill>
                        <a:srgbClr val="B6D7A8"/>
                      </a:solidFill>
                      <a:prstDash val="solid"/>
                      <a:round/>
                      <a:headEnd len="sm" w="sm" type="none"/>
                      <a:tailEnd len="sm" w="sm" type="none"/>
                    </a:lnR>
                    <a:lnT cap="flat" cmpd="sng" w="12700">
                      <a:solidFill>
                        <a:srgbClr val="B6D7A8"/>
                      </a:solidFill>
                      <a:prstDash val="solid"/>
                      <a:round/>
                      <a:headEnd len="sm" w="sm" type="none"/>
                      <a:tailEnd len="sm" w="sm" type="none"/>
                    </a:lnT>
                    <a:lnB cap="flat" cmpd="sng" w="12700">
                      <a:solidFill>
                        <a:srgbClr val="B6D7A8"/>
                      </a:solidFill>
                      <a:prstDash val="solid"/>
                      <a:round/>
                      <a:headEnd len="sm" w="sm" type="none"/>
                      <a:tailEnd len="sm" w="sm" type="none"/>
                    </a:lnB>
                    <a:solidFill>
                      <a:srgbClr val="D9EAD3"/>
                    </a:solidFill>
                  </a:tcPr>
                </a:tc>
              </a:tr>
            </a:tbl>
          </a:graphicData>
        </a:graphic>
      </p:graphicFrame>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9" name="Shape 219"/>
        <p:cNvGrpSpPr/>
        <p:nvPr/>
      </p:nvGrpSpPr>
      <p:grpSpPr>
        <a:xfrm>
          <a:off x="0" y="0"/>
          <a:ext cx="0" cy="0"/>
          <a:chOff x="0" y="0"/>
          <a:chExt cx="0" cy="0"/>
        </a:xfrm>
      </p:grpSpPr>
      <p:graphicFrame>
        <p:nvGraphicFramePr>
          <p:cNvPr id="220" name="Google Shape;220;p26"/>
          <p:cNvGraphicFramePr/>
          <p:nvPr/>
        </p:nvGraphicFramePr>
        <p:xfrm>
          <a:off x="1416050" y="514350"/>
          <a:ext cx="3000000" cy="3000000"/>
        </p:xfrm>
        <a:graphic>
          <a:graphicData uri="http://schemas.openxmlformats.org/drawingml/2006/table">
            <a:tbl>
              <a:tblPr>
                <a:noFill/>
                <a:tableStyleId>{99F3DE70-1715-4968-B29D-26007897703B}</a:tableStyleId>
              </a:tblPr>
              <a:tblGrid>
                <a:gridCol w="1257300"/>
                <a:gridCol w="5054600"/>
              </a:tblGrid>
              <a:tr h="647700">
                <a:tc>
                  <a:txBody>
                    <a:bodyPr/>
                    <a:lstStyle/>
                    <a:p>
                      <a:pPr indent="0" lvl="0" marL="0" marR="0" rtl="0" algn="l">
                        <a:lnSpc>
                          <a:spcPct val="100000"/>
                        </a:lnSpc>
                        <a:spcBef>
                          <a:spcPts val="0"/>
                        </a:spcBef>
                        <a:spcAft>
                          <a:spcPts val="0"/>
                        </a:spcAft>
                        <a:buClr>
                          <a:srgbClr val="000000"/>
                        </a:buClr>
                        <a:buSzPts val="1200"/>
                        <a:buFont typeface="Arial"/>
                        <a:buNone/>
                      </a:pPr>
                      <a:r>
                        <a:rPr b="1" lang="es-419" sz="1200" u="none" cap="none" strike="noStrike">
                          <a:latin typeface="Times New Roman"/>
                          <a:ea typeface="Times New Roman"/>
                          <a:cs typeface="Times New Roman"/>
                          <a:sym typeface="Times New Roman"/>
                        </a:rPr>
                        <a:t>Identificación</a:t>
                      </a:r>
                      <a:endParaRPr b="1" sz="1200" u="none" cap="none" strike="noStrike">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200"/>
                        <a:buFont typeface="Arial"/>
                        <a:buNone/>
                      </a:pPr>
                      <a:r>
                        <a:rPr b="1" lang="es-419" sz="1200" u="none" cap="none" strike="noStrike">
                          <a:latin typeface="Times New Roman"/>
                          <a:ea typeface="Times New Roman"/>
                          <a:cs typeface="Times New Roman"/>
                          <a:sym typeface="Times New Roman"/>
                        </a:rPr>
                        <a:t>del</a:t>
                      </a:r>
                      <a:endParaRPr b="1" sz="1200" u="none" cap="none" strike="noStrike">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200"/>
                        <a:buFont typeface="Arial"/>
                        <a:buNone/>
                      </a:pPr>
                      <a:r>
                        <a:rPr b="1" lang="es-419" sz="1200" u="none" cap="none" strike="noStrike">
                          <a:latin typeface="Times New Roman"/>
                          <a:ea typeface="Times New Roman"/>
                          <a:cs typeface="Times New Roman"/>
                          <a:sym typeface="Times New Roman"/>
                        </a:rPr>
                        <a:t>requerimiento:</a:t>
                      </a:r>
                      <a:endParaRPr b="1" sz="1200" u="none" cap="none" strike="noStrike">
                        <a:latin typeface="Times New Roman"/>
                        <a:ea typeface="Times New Roman"/>
                        <a:cs typeface="Times New Roman"/>
                        <a:sym typeface="Times New Roman"/>
                      </a:endParaRPr>
                    </a:p>
                  </a:txBody>
                  <a:tcPr marT="63500" marB="63500" marR="63500" marL="63500">
                    <a:lnL cap="flat" cmpd="sng" w="12700">
                      <a:solidFill>
                        <a:srgbClr val="B6D7A8"/>
                      </a:solidFill>
                      <a:prstDash val="solid"/>
                      <a:round/>
                      <a:headEnd len="sm" w="sm" type="none"/>
                      <a:tailEnd len="sm" w="sm" type="none"/>
                    </a:lnL>
                    <a:lnR cap="flat" cmpd="sng" w="12700">
                      <a:solidFill>
                        <a:srgbClr val="B6D7A8"/>
                      </a:solidFill>
                      <a:prstDash val="solid"/>
                      <a:round/>
                      <a:headEnd len="sm" w="sm" type="none"/>
                      <a:tailEnd len="sm" w="sm" type="none"/>
                    </a:lnR>
                    <a:lnT cap="flat" cmpd="sng" w="12700">
                      <a:solidFill>
                        <a:srgbClr val="B6D7A8"/>
                      </a:solidFill>
                      <a:prstDash val="solid"/>
                      <a:round/>
                      <a:headEnd len="sm" w="sm" type="none"/>
                      <a:tailEnd len="sm" w="sm" type="none"/>
                    </a:lnT>
                    <a:lnB cap="flat" cmpd="sng" w="12700">
                      <a:solidFill>
                        <a:srgbClr val="B6D7A8"/>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200"/>
                        <a:buFont typeface="Arial"/>
                        <a:buNone/>
                      </a:pPr>
                      <a:r>
                        <a:rPr lang="es-419" sz="1200" u="none" cap="none" strike="noStrike">
                          <a:latin typeface="Times New Roman"/>
                          <a:ea typeface="Times New Roman"/>
                          <a:cs typeface="Times New Roman"/>
                          <a:sym typeface="Times New Roman"/>
                        </a:rPr>
                        <a:t>RF011</a:t>
                      </a:r>
                      <a:endParaRPr sz="1200" u="none" cap="none" strike="noStrike">
                        <a:latin typeface="Times New Roman"/>
                        <a:ea typeface="Times New Roman"/>
                        <a:cs typeface="Times New Roman"/>
                        <a:sym typeface="Times New Roman"/>
                      </a:endParaRPr>
                    </a:p>
                  </a:txBody>
                  <a:tcPr marT="63500" marB="63500" marR="63500" marL="63500">
                    <a:lnL cap="flat" cmpd="sng" w="12700">
                      <a:solidFill>
                        <a:srgbClr val="B6D7A8"/>
                      </a:solidFill>
                      <a:prstDash val="solid"/>
                      <a:round/>
                      <a:headEnd len="sm" w="sm" type="none"/>
                      <a:tailEnd len="sm" w="sm" type="none"/>
                    </a:lnL>
                    <a:lnR cap="flat" cmpd="sng" w="12700">
                      <a:solidFill>
                        <a:srgbClr val="B6D7A8"/>
                      </a:solidFill>
                      <a:prstDash val="solid"/>
                      <a:round/>
                      <a:headEnd len="sm" w="sm" type="none"/>
                      <a:tailEnd len="sm" w="sm" type="none"/>
                    </a:lnR>
                    <a:lnT cap="flat" cmpd="sng" w="12700">
                      <a:solidFill>
                        <a:srgbClr val="B6D7A8"/>
                      </a:solidFill>
                      <a:prstDash val="solid"/>
                      <a:round/>
                      <a:headEnd len="sm" w="sm" type="none"/>
                      <a:tailEnd len="sm" w="sm" type="none"/>
                    </a:lnT>
                    <a:lnB cap="flat" cmpd="sng" w="12700">
                      <a:solidFill>
                        <a:srgbClr val="B6D7A8"/>
                      </a:solidFill>
                      <a:prstDash val="solid"/>
                      <a:round/>
                      <a:headEnd len="sm" w="sm" type="none"/>
                      <a:tailEnd len="sm" w="sm" type="none"/>
                    </a:lnB>
                  </a:tcPr>
                </a:tc>
              </a:tr>
              <a:tr h="495300">
                <a:tc>
                  <a:txBody>
                    <a:bodyPr/>
                    <a:lstStyle/>
                    <a:p>
                      <a:pPr indent="0" lvl="0" marL="0" marR="0" rtl="0" algn="l">
                        <a:lnSpc>
                          <a:spcPct val="100000"/>
                        </a:lnSpc>
                        <a:spcBef>
                          <a:spcPts val="0"/>
                        </a:spcBef>
                        <a:spcAft>
                          <a:spcPts val="0"/>
                        </a:spcAft>
                        <a:buClr>
                          <a:srgbClr val="000000"/>
                        </a:buClr>
                        <a:buSzPts val="1200"/>
                        <a:buFont typeface="Arial"/>
                        <a:buNone/>
                      </a:pPr>
                      <a:r>
                        <a:rPr b="1" lang="es-419" sz="1200" u="none" cap="none" strike="noStrike">
                          <a:latin typeface="Times New Roman"/>
                          <a:ea typeface="Times New Roman"/>
                          <a:cs typeface="Times New Roman"/>
                          <a:sym typeface="Times New Roman"/>
                        </a:rPr>
                        <a:t>Nombre del</a:t>
                      </a:r>
                      <a:endParaRPr b="1" sz="1200" u="none" cap="none" strike="noStrike">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200"/>
                        <a:buFont typeface="Arial"/>
                        <a:buNone/>
                      </a:pPr>
                      <a:r>
                        <a:rPr b="1" lang="es-419" sz="1200" u="none" cap="none" strike="noStrike">
                          <a:latin typeface="Times New Roman"/>
                          <a:ea typeface="Times New Roman"/>
                          <a:cs typeface="Times New Roman"/>
                          <a:sym typeface="Times New Roman"/>
                        </a:rPr>
                        <a:t>requerimiento:</a:t>
                      </a:r>
                      <a:endParaRPr b="1" sz="1200" u="none" cap="none" strike="noStrike">
                        <a:latin typeface="Times New Roman"/>
                        <a:ea typeface="Times New Roman"/>
                        <a:cs typeface="Times New Roman"/>
                        <a:sym typeface="Times New Roman"/>
                      </a:endParaRPr>
                    </a:p>
                  </a:txBody>
                  <a:tcPr marT="63500" marB="63500" marR="63500" marL="63500">
                    <a:lnL cap="flat" cmpd="sng" w="12700">
                      <a:solidFill>
                        <a:srgbClr val="B6D7A8"/>
                      </a:solidFill>
                      <a:prstDash val="solid"/>
                      <a:round/>
                      <a:headEnd len="sm" w="sm" type="none"/>
                      <a:tailEnd len="sm" w="sm" type="none"/>
                    </a:lnL>
                    <a:lnR cap="flat" cmpd="sng" w="12700">
                      <a:solidFill>
                        <a:srgbClr val="B6D7A8"/>
                      </a:solidFill>
                      <a:prstDash val="solid"/>
                      <a:round/>
                      <a:headEnd len="sm" w="sm" type="none"/>
                      <a:tailEnd len="sm" w="sm" type="none"/>
                    </a:lnR>
                    <a:lnT cap="flat" cmpd="sng" w="12700">
                      <a:solidFill>
                        <a:srgbClr val="B6D7A8"/>
                      </a:solidFill>
                      <a:prstDash val="solid"/>
                      <a:round/>
                      <a:headEnd len="sm" w="sm" type="none"/>
                      <a:tailEnd len="sm" w="sm" type="none"/>
                    </a:lnT>
                    <a:lnB cap="flat" cmpd="sng" w="12700">
                      <a:solidFill>
                        <a:srgbClr val="B6D7A8"/>
                      </a:solidFill>
                      <a:prstDash val="solid"/>
                      <a:round/>
                      <a:headEnd len="sm" w="sm" type="none"/>
                      <a:tailEnd len="sm" w="sm" type="none"/>
                    </a:lnB>
                    <a:solidFill>
                      <a:srgbClr val="D9EAD3"/>
                    </a:solidFill>
                  </a:tcPr>
                </a:tc>
                <a:tc>
                  <a:txBody>
                    <a:bodyPr/>
                    <a:lstStyle/>
                    <a:p>
                      <a:pPr indent="0" lvl="0" marL="0" marR="0" rtl="0" algn="l">
                        <a:lnSpc>
                          <a:spcPct val="115000"/>
                        </a:lnSpc>
                        <a:spcBef>
                          <a:spcPts val="0"/>
                        </a:spcBef>
                        <a:spcAft>
                          <a:spcPts val="0"/>
                        </a:spcAft>
                        <a:buClr>
                          <a:srgbClr val="000000"/>
                        </a:buClr>
                        <a:buSzPts val="1200"/>
                        <a:buFont typeface="Arial"/>
                        <a:buNone/>
                      </a:pPr>
                      <a:r>
                        <a:rPr b="1" lang="es-419" sz="1200" u="none" cap="none" strike="noStrike">
                          <a:latin typeface="Times New Roman"/>
                          <a:ea typeface="Times New Roman"/>
                          <a:cs typeface="Times New Roman"/>
                          <a:sym typeface="Times New Roman"/>
                        </a:rPr>
                        <a:t>Registro de devoluciones o cancelaciones</a:t>
                      </a:r>
                      <a:endParaRPr b="1" sz="1200" u="none" cap="none" strike="noStrike">
                        <a:latin typeface="Times New Roman"/>
                        <a:ea typeface="Times New Roman"/>
                        <a:cs typeface="Times New Roman"/>
                        <a:sym typeface="Times New Roman"/>
                      </a:endParaRPr>
                    </a:p>
                    <a:p>
                      <a:pPr indent="0" lvl="0" marL="0" marR="0" rtl="0" algn="l">
                        <a:lnSpc>
                          <a:spcPct val="115000"/>
                        </a:lnSpc>
                        <a:spcBef>
                          <a:spcPts val="1200"/>
                        </a:spcBef>
                        <a:spcAft>
                          <a:spcPts val="0"/>
                        </a:spcAft>
                        <a:buClr>
                          <a:srgbClr val="000000"/>
                        </a:buClr>
                        <a:buSzPts val="1100"/>
                        <a:buFont typeface="Arial"/>
                        <a:buNone/>
                      </a:pPr>
                      <a:r>
                        <a:t/>
                      </a:r>
                      <a:endParaRPr b="1" sz="1100" u="none" cap="none" strike="noStrike">
                        <a:latin typeface="Times New Roman"/>
                        <a:ea typeface="Times New Roman"/>
                        <a:cs typeface="Times New Roman"/>
                        <a:sym typeface="Times New Roman"/>
                      </a:endParaRPr>
                    </a:p>
                  </a:txBody>
                  <a:tcPr marT="63500" marB="63500" marR="63500" marL="63500">
                    <a:lnL cap="flat" cmpd="sng" w="12700">
                      <a:solidFill>
                        <a:srgbClr val="B6D7A8"/>
                      </a:solidFill>
                      <a:prstDash val="solid"/>
                      <a:round/>
                      <a:headEnd len="sm" w="sm" type="none"/>
                      <a:tailEnd len="sm" w="sm" type="none"/>
                    </a:lnL>
                    <a:lnR cap="flat" cmpd="sng" w="12700">
                      <a:solidFill>
                        <a:srgbClr val="B6D7A8"/>
                      </a:solidFill>
                      <a:prstDash val="solid"/>
                      <a:round/>
                      <a:headEnd len="sm" w="sm" type="none"/>
                      <a:tailEnd len="sm" w="sm" type="none"/>
                    </a:lnR>
                    <a:lnT cap="flat" cmpd="sng" w="12700">
                      <a:solidFill>
                        <a:srgbClr val="B6D7A8"/>
                      </a:solidFill>
                      <a:prstDash val="solid"/>
                      <a:round/>
                      <a:headEnd len="sm" w="sm" type="none"/>
                      <a:tailEnd len="sm" w="sm" type="none"/>
                    </a:lnT>
                    <a:lnB cap="flat" cmpd="sng" w="12700">
                      <a:solidFill>
                        <a:srgbClr val="B6D7A8"/>
                      </a:solidFill>
                      <a:prstDash val="solid"/>
                      <a:round/>
                      <a:headEnd len="sm" w="sm" type="none"/>
                      <a:tailEnd len="sm" w="sm" type="none"/>
                    </a:lnB>
                    <a:solidFill>
                      <a:srgbClr val="D9EAD3"/>
                    </a:solidFill>
                  </a:tcPr>
                </a:tc>
              </a:tr>
              <a:tr h="304800">
                <a:tc>
                  <a:txBody>
                    <a:bodyPr/>
                    <a:lstStyle/>
                    <a:p>
                      <a:pPr indent="0" lvl="0" marL="0" marR="0" rtl="0" algn="l">
                        <a:lnSpc>
                          <a:spcPct val="100000"/>
                        </a:lnSpc>
                        <a:spcBef>
                          <a:spcPts val="0"/>
                        </a:spcBef>
                        <a:spcAft>
                          <a:spcPts val="0"/>
                        </a:spcAft>
                        <a:buClr>
                          <a:srgbClr val="000000"/>
                        </a:buClr>
                        <a:buSzPts val="1200"/>
                        <a:buFont typeface="Arial"/>
                        <a:buNone/>
                      </a:pPr>
                      <a:r>
                        <a:rPr b="1" lang="es-419" sz="1200" u="none" cap="none" strike="noStrike">
                          <a:latin typeface="Times New Roman"/>
                          <a:ea typeface="Times New Roman"/>
                          <a:cs typeface="Times New Roman"/>
                          <a:sym typeface="Times New Roman"/>
                        </a:rPr>
                        <a:t>Características:</a:t>
                      </a:r>
                      <a:endParaRPr b="1" sz="1200" u="none" cap="none" strike="noStrike">
                        <a:latin typeface="Times New Roman"/>
                        <a:ea typeface="Times New Roman"/>
                        <a:cs typeface="Times New Roman"/>
                        <a:sym typeface="Times New Roman"/>
                      </a:endParaRPr>
                    </a:p>
                  </a:txBody>
                  <a:tcPr marT="63500" marB="63500" marR="63500" marL="63500">
                    <a:lnL cap="flat" cmpd="sng" w="12700">
                      <a:solidFill>
                        <a:srgbClr val="B6D7A8"/>
                      </a:solidFill>
                      <a:prstDash val="solid"/>
                      <a:round/>
                      <a:headEnd len="sm" w="sm" type="none"/>
                      <a:tailEnd len="sm" w="sm" type="none"/>
                    </a:lnL>
                    <a:lnR cap="flat" cmpd="sng" w="12700">
                      <a:solidFill>
                        <a:srgbClr val="B6D7A8"/>
                      </a:solidFill>
                      <a:prstDash val="solid"/>
                      <a:round/>
                      <a:headEnd len="sm" w="sm" type="none"/>
                      <a:tailEnd len="sm" w="sm" type="none"/>
                    </a:lnR>
                    <a:lnT cap="flat" cmpd="sng" w="12700">
                      <a:solidFill>
                        <a:srgbClr val="B6D7A8"/>
                      </a:solidFill>
                      <a:prstDash val="solid"/>
                      <a:round/>
                      <a:headEnd len="sm" w="sm" type="none"/>
                      <a:tailEnd len="sm" w="sm" type="none"/>
                    </a:lnT>
                    <a:lnB cap="flat" cmpd="sng" w="12700">
                      <a:solidFill>
                        <a:srgbClr val="B6D7A8"/>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200"/>
                        <a:buFont typeface="Arial"/>
                        <a:buNone/>
                      </a:pPr>
                      <a:r>
                        <a:rPr lang="es-419" sz="1200" u="none" cap="none" strike="noStrike">
                          <a:latin typeface="Times New Roman"/>
                          <a:ea typeface="Times New Roman"/>
                          <a:cs typeface="Times New Roman"/>
                          <a:sym typeface="Times New Roman"/>
                        </a:rPr>
                        <a:t>Cada devolución o cancelación debe registrarse con datos específicos como número de venta, productos involucrados, cantidades, motivo, fecha y usuario responsable..</a:t>
                      </a:r>
                      <a:endParaRPr sz="1200" u="none" cap="none" strike="noStrike">
                        <a:latin typeface="Times New Roman"/>
                        <a:ea typeface="Times New Roman"/>
                        <a:cs typeface="Times New Roman"/>
                        <a:sym typeface="Times New Roman"/>
                      </a:endParaRPr>
                    </a:p>
                  </a:txBody>
                  <a:tcPr marT="63500" marB="63500" marR="63500" marL="63500">
                    <a:lnL cap="flat" cmpd="sng" w="12700">
                      <a:solidFill>
                        <a:srgbClr val="B6D7A8"/>
                      </a:solidFill>
                      <a:prstDash val="solid"/>
                      <a:round/>
                      <a:headEnd len="sm" w="sm" type="none"/>
                      <a:tailEnd len="sm" w="sm" type="none"/>
                    </a:lnL>
                    <a:lnR cap="flat" cmpd="sng" w="12700">
                      <a:solidFill>
                        <a:srgbClr val="B6D7A8"/>
                      </a:solidFill>
                      <a:prstDash val="solid"/>
                      <a:round/>
                      <a:headEnd len="sm" w="sm" type="none"/>
                      <a:tailEnd len="sm" w="sm" type="none"/>
                    </a:lnR>
                    <a:lnT cap="flat" cmpd="sng" w="12700">
                      <a:solidFill>
                        <a:srgbClr val="B6D7A8"/>
                      </a:solidFill>
                      <a:prstDash val="solid"/>
                      <a:round/>
                      <a:headEnd len="sm" w="sm" type="none"/>
                      <a:tailEnd len="sm" w="sm" type="none"/>
                    </a:lnT>
                    <a:lnB cap="flat" cmpd="sng" w="12700">
                      <a:solidFill>
                        <a:srgbClr val="B6D7A8"/>
                      </a:solidFill>
                      <a:prstDash val="solid"/>
                      <a:round/>
                      <a:headEnd len="sm" w="sm" type="none"/>
                      <a:tailEnd len="sm" w="sm" type="none"/>
                    </a:lnB>
                  </a:tcPr>
                </a:tc>
              </a:tr>
              <a:tr h="469900">
                <a:tc>
                  <a:txBody>
                    <a:bodyPr/>
                    <a:lstStyle/>
                    <a:p>
                      <a:pPr indent="0" lvl="0" marL="0" marR="0" rtl="0" algn="l">
                        <a:lnSpc>
                          <a:spcPct val="100000"/>
                        </a:lnSpc>
                        <a:spcBef>
                          <a:spcPts val="0"/>
                        </a:spcBef>
                        <a:spcAft>
                          <a:spcPts val="0"/>
                        </a:spcAft>
                        <a:buClr>
                          <a:srgbClr val="000000"/>
                        </a:buClr>
                        <a:buSzPts val="1200"/>
                        <a:buFont typeface="Arial"/>
                        <a:buNone/>
                      </a:pPr>
                      <a:r>
                        <a:rPr b="1" lang="es-419" sz="1200" u="none" cap="none" strike="noStrike">
                          <a:latin typeface="Times New Roman"/>
                          <a:ea typeface="Times New Roman"/>
                          <a:cs typeface="Times New Roman"/>
                          <a:sym typeface="Times New Roman"/>
                        </a:rPr>
                        <a:t>Descripción del</a:t>
                      </a:r>
                      <a:endParaRPr b="1" sz="1200" u="none" cap="none" strike="noStrike">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200"/>
                        <a:buFont typeface="Arial"/>
                        <a:buNone/>
                      </a:pPr>
                      <a:r>
                        <a:rPr b="1" lang="es-419" sz="1200" u="none" cap="none" strike="noStrike">
                          <a:latin typeface="Times New Roman"/>
                          <a:ea typeface="Times New Roman"/>
                          <a:cs typeface="Times New Roman"/>
                          <a:sym typeface="Times New Roman"/>
                        </a:rPr>
                        <a:t>requerimiento:</a:t>
                      </a:r>
                      <a:endParaRPr b="1" sz="1200" u="none" cap="none" strike="noStrike">
                        <a:latin typeface="Times New Roman"/>
                        <a:ea typeface="Times New Roman"/>
                        <a:cs typeface="Times New Roman"/>
                        <a:sym typeface="Times New Roman"/>
                      </a:endParaRPr>
                    </a:p>
                  </a:txBody>
                  <a:tcPr marT="63500" marB="63500" marR="63500" marL="63500">
                    <a:lnL cap="flat" cmpd="sng" w="12700">
                      <a:solidFill>
                        <a:srgbClr val="B6D7A8"/>
                      </a:solidFill>
                      <a:prstDash val="solid"/>
                      <a:round/>
                      <a:headEnd len="sm" w="sm" type="none"/>
                      <a:tailEnd len="sm" w="sm" type="none"/>
                    </a:lnL>
                    <a:lnR cap="flat" cmpd="sng" w="12700">
                      <a:solidFill>
                        <a:srgbClr val="B6D7A8"/>
                      </a:solidFill>
                      <a:prstDash val="solid"/>
                      <a:round/>
                      <a:headEnd len="sm" w="sm" type="none"/>
                      <a:tailEnd len="sm" w="sm" type="none"/>
                    </a:lnR>
                    <a:lnT cap="flat" cmpd="sng" w="12700">
                      <a:solidFill>
                        <a:srgbClr val="B6D7A8"/>
                      </a:solidFill>
                      <a:prstDash val="solid"/>
                      <a:round/>
                      <a:headEnd len="sm" w="sm" type="none"/>
                      <a:tailEnd len="sm" w="sm" type="none"/>
                    </a:lnT>
                    <a:lnB cap="flat" cmpd="sng" w="12700">
                      <a:solidFill>
                        <a:srgbClr val="B6D7A8"/>
                      </a:solidFill>
                      <a:prstDash val="solid"/>
                      <a:round/>
                      <a:headEnd len="sm" w="sm" type="none"/>
                      <a:tailEnd len="sm" w="sm" type="none"/>
                    </a:lnB>
                    <a:solidFill>
                      <a:srgbClr val="D9EAD3"/>
                    </a:solidFill>
                  </a:tcPr>
                </a:tc>
                <a:tc>
                  <a:txBody>
                    <a:bodyPr/>
                    <a:lstStyle/>
                    <a:p>
                      <a:pPr indent="0" lvl="0" marL="0" marR="0" rtl="0" algn="l">
                        <a:lnSpc>
                          <a:spcPct val="115000"/>
                        </a:lnSpc>
                        <a:spcBef>
                          <a:spcPts val="0"/>
                        </a:spcBef>
                        <a:spcAft>
                          <a:spcPts val="0"/>
                        </a:spcAft>
                        <a:buClr>
                          <a:srgbClr val="000000"/>
                        </a:buClr>
                        <a:buSzPts val="1100"/>
                        <a:buFont typeface="Arial"/>
                        <a:buNone/>
                      </a:pPr>
                      <a:r>
                        <a:rPr lang="es-419" sz="1100" u="none" cap="none" strike="noStrike">
                          <a:latin typeface="Times New Roman"/>
                          <a:ea typeface="Times New Roman"/>
                          <a:cs typeface="Times New Roman"/>
                          <a:sym typeface="Times New Roman"/>
                        </a:rPr>
                        <a:t>El sistema debe permitir registrar y gestionar las devoluciones o cancelaciones de ventas realizadas, asegurando que estos procesos se documenten correctamente.</a:t>
                      </a:r>
                      <a:endParaRPr sz="1200" u="none" cap="none" strike="noStrike">
                        <a:latin typeface="Times New Roman"/>
                        <a:ea typeface="Times New Roman"/>
                        <a:cs typeface="Times New Roman"/>
                        <a:sym typeface="Times New Roman"/>
                      </a:endParaRPr>
                    </a:p>
                  </a:txBody>
                  <a:tcPr marT="63500" marB="63500" marR="63500" marL="63500">
                    <a:lnL cap="flat" cmpd="sng" w="12700">
                      <a:solidFill>
                        <a:srgbClr val="B6D7A8"/>
                      </a:solidFill>
                      <a:prstDash val="solid"/>
                      <a:round/>
                      <a:headEnd len="sm" w="sm" type="none"/>
                      <a:tailEnd len="sm" w="sm" type="none"/>
                    </a:lnL>
                    <a:lnR cap="flat" cmpd="sng" w="12700">
                      <a:solidFill>
                        <a:srgbClr val="B6D7A8"/>
                      </a:solidFill>
                      <a:prstDash val="solid"/>
                      <a:round/>
                      <a:headEnd len="sm" w="sm" type="none"/>
                      <a:tailEnd len="sm" w="sm" type="none"/>
                    </a:lnR>
                    <a:lnT cap="flat" cmpd="sng" w="12700">
                      <a:solidFill>
                        <a:srgbClr val="B6D7A8"/>
                      </a:solidFill>
                      <a:prstDash val="solid"/>
                      <a:round/>
                      <a:headEnd len="sm" w="sm" type="none"/>
                      <a:tailEnd len="sm" w="sm" type="none"/>
                    </a:lnT>
                    <a:lnB cap="flat" cmpd="sng" w="12700">
                      <a:solidFill>
                        <a:srgbClr val="B6D7A8"/>
                      </a:solidFill>
                      <a:prstDash val="solid"/>
                      <a:round/>
                      <a:headEnd len="sm" w="sm" type="none"/>
                      <a:tailEnd len="sm" w="sm" type="none"/>
                    </a:lnB>
                    <a:solidFill>
                      <a:srgbClr val="D9EAD3"/>
                    </a:solidFill>
                  </a:tcPr>
                </a:tc>
              </a:tr>
              <a:tr h="469900">
                <a:tc>
                  <a:txBody>
                    <a:bodyPr/>
                    <a:lstStyle/>
                    <a:p>
                      <a:pPr indent="0" lvl="0" marL="0" marR="0" rtl="0" algn="l">
                        <a:lnSpc>
                          <a:spcPct val="100000"/>
                        </a:lnSpc>
                        <a:spcBef>
                          <a:spcPts val="0"/>
                        </a:spcBef>
                        <a:spcAft>
                          <a:spcPts val="0"/>
                        </a:spcAft>
                        <a:buClr>
                          <a:srgbClr val="000000"/>
                        </a:buClr>
                        <a:buSzPts val="1200"/>
                        <a:buFont typeface="Arial"/>
                        <a:buNone/>
                      </a:pPr>
                      <a:r>
                        <a:rPr b="1" lang="es-419" sz="1200" u="none" cap="none" strike="noStrike">
                          <a:latin typeface="Times New Roman"/>
                          <a:ea typeface="Times New Roman"/>
                          <a:cs typeface="Times New Roman"/>
                          <a:sym typeface="Times New Roman"/>
                        </a:rPr>
                        <a:t>Requerimientos</a:t>
                      </a:r>
                      <a:endParaRPr b="1" sz="1200" u="none" cap="none" strike="noStrike">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200"/>
                        <a:buFont typeface="Arial"/>
                        <a:buNone/>
                      </a:pPr>
                      <a:r>
                        <a:rPr b="1" lang="es-419" sz="1200" u="none" cap="none" strike="noStrike">
                          <a:latin typeface="Times New Roman"/>
                          <a:ea typeface="Times New Roman"/>
                          <a:cs typeface="Times New Roman"/>
                          <a:sym typeface="Times New Roman"/>
                        </a:rPr>
                        <a:t>no funcionales:</a:t>
                      </a:r>
                      <a:endParaRPr b="1" sz="1200" u="none" cap="none" strike="noStrike">
                        <a:latin typeface="Times New Roman"/>
                        <a:ea typeface="Times New Roman"/>
                        <a:cs typeface="Times New Roman"/>
                        <a:sym typeface="Times New Roman"/>
                      </a:endParaRPr>
                    </a:p>
                  </a:txBody>
                  <a:tcPr marT="63500" marB="63500" marR="63500" marL="63500">
                    <a:lnL cap="flat" cmpd="sng" w="12700">
                      <a:solidFill>
                        <a:srgbClr val="B6D7A8"/>
                      </a:solidFill>
                      <a:prstDash val="solid"/>
                      <a:round/>
                      <a:headEnd len="sm" w="sm" type="none"/>
                      <a:tailEnd len="sm" w="sm" type="none"/>
                    </a:lnL>
                    <a:lnR cap="flat" cmpd="sng" w="12700">
                      <a:solidFill>
                        <a:srgbClr val="B6D7A8"/>
                      </a:solidFill>
                      <a:prstDash val="solid"/>
                      <a:round/>
                      <a:headEnd len="sm" w="sm" type="none"/>
                      <a:tailEnd len="sm" w="sm" type="none"/>
                    </a:lnR>
                    <a:lnT cap="flat" cmpd="sng" w="12700">
                      <a:solidFill>
                        <a:srgbClr val="B6D7A8"/>
                      </a:solidFill>
                      <a:prstDash val="solid"/>
                      <a:round/>
                      <a:headEnd len="sm" w="sm" type="none"/>
                      <a:tailEnd len="sm" w="sm" type="none"/>
                    </a:lnT>
                    <a:lnB cap="flat" cmpd="sng" w="12700">
                      <a:solidFill>
                        <a:srgbClr val="B6D7A8"/>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200"/>
                        <a:buFont typeface="Arial"/>
                        <a:buNone/>
                      </a:pPr>
                      <a:r>
                        <a:rPr lang="es-419" sz="1200" u="none" cap="none" strike="noStrike">
                          <a:latin typeface="Times New Roman"/>
                          <a:ea typeface="Times New Roman"/>
                          <a:cs typeface="Times New Roman"/>
                          <a:sym typeface="Times New Roman"/>
                        </a:rPr>
                        <a:t>❖ RNF01</a:t>
                      </a:r>
                      <a:endParaRPr sz="1200" u="none" cap="none" strike="noStrike">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200"/>
                        <a:buFont typeface="Arial"/>
                        <a:buNone/>
                      </a:pPr>
                      <a:r>
                        <a:rPr lang="es-419" sz="1200" u="none" cap="none" strike="noStrike">
                          <a:latin typeface="Times New Roman"/>
                          <a:ea typeface="Times New Roman"/>
                          <a:cs typeface="Times New Roman"/>
                          <a:sym typeface="Times New Roman"/>
                        </a:rPr>
                        <a:t>❖ RNF06</a:t>
                      </a:r>
                      <a:endParaRPr sz="1200" u="none" cap="none" strike="noStrike">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200"/>
                        <a:buFont typeface="Arial"/>
                        <a:buNone/>
                      </a:pPr>
                      <a:r>
                        <a:rPr lang="es-419" sz="1200" u="none" cap="none" strike="noStrike">
                          <a:latin typeface="Times New Roman"/>
                          <a:ea typeface="Times New Roman"/>
                          <a:cs typeface="Times New Roman"/>
                          <a:sym typeface="Times New Roman"/>
                        </a:rPr>
                        <a:t>❖ RNF03</a:t>
                      </a:r>
                      <a:endParaRPr sz="1200" u="none" cap="none" strike="noStrike">
                        <a:latin typeface="Times New Roman"/>
                        <a:ea typeface="Times New Roman"/>
                        <a:cs typeface="Times New Roman"/>
                        <a:sym typeface="Times New Roman"/>
                      </a:endParaRPr>
                    </a:p>
                  </a:txBody>
                  <a:tcPr marT="63500" marB="63500" marR="63500" marL="63500">
                    <a:lnL cap="flat" cmpd="sng" w="12700">
                      <a:solidFill>
                        <a:srgbClr val="B6D7A8"/>
                      </a:solidFill>
                      <a:prstDash val="solid"/>
                      <a:round/>
                      <a:headEnd len="sm" w="sm" type="none"/>
                      <a:tailEnd len="sm" w="sm" type="none"/>
                    </a:lnL>
                    <a:lnR cap="flat" cmpd="sng" w="12700">
                      <a:solidFill>
                        <a:srgbClr val="B6D7A8"/>
                      </a:solidFill>
                      <a:prstDash val="solid"/>
                      <a:round/>
                      <a:headEnd len="sm" w="sm" type="none"/>
                      <a:tailEnd len="sm" w="sm" type="none"/>
                    </a:lnR>
                    <a:lnT cap="flat" cmpd="sng" w="12700">
                      <a:solidFill>
                        <a:srgbClr val="B6D7A8"/>
                      </a:solidFill>
                      <a:prstDash val="solid"/>
                      <a:round/>
                      <a:headEnd len="sm" w="sm" type="none"/>
                      <a:tailEnd len="sm" w="sm" type="none"/>
                    </a:lnT>
                    <a:lnB cap="flat" cmpd="sng" w="12700">
                      <a:solidFill>
                        <a:srgbClr val="B6D7A8"/>
                      </a:solidFill>
                      <a:prstDash val="solid"/>
                      <a:round/>
                      <a:headEnd len="sm" w="sm" type="none"/>
                      <a:tailEnd len="sm" w="sm" type="none"/>
                    </a:lnB>
                  </a:tcPr>
                </a:tc>
              </a:tr>
              <a:tr h="469900">
                <a:tc>
                  <a:txBody>
                    <a:bodyPr/>
                    <a:lstStyle/>
                    <a:p>
                      <a:pPr indent="0" lvl="0" marL="0" marR="0" rtl="0" algn="l">
                        <a:lnSpc>
                          <a:spcPct val="100000"/>
                        </a:lnSpc>
                        <a:spcBef>
                          <a:spcPts val="0"/>
                        </a:spcBef>
                        <a:spcAft>
                          <a:spcPts val="0"/>
                        </a:spcAft>
                        <a:buClr>
                          <a:srgbClr val="000000"/>
                        </a:buClr>
                        <a:buSzPts val="1200"/>
                        <a:buFont typeface="Arial"/>
                        <a:buNone/>
                      </a:pPr>
                      <a:r>
                        <a:rPr b="1" lang="es-419" sz="1200" u="none" cap="none" strike="noStrike">
                          <a:latin typeface="Times New Roman"/>
                          <a:ea typeface="Times New Roman"/>
                          <a:cs typeface="Times New Roman"/>
                          <a:sym typeface="Times New Roman"/>
                        </a:rPr>
                        <a:t>Prioridad de</a:t>
                      </a:r>
                      <a:endParaRPr b="1" sz="1200" u="none" cap="none" strike="noStrike">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200"/>
                        <a:buFont typeface="Arial"/>
                        <a:buNone/>
                      </a:pPr>
                      <a:r>
                        <a:rPr b="1" lang="es-419" sz="1200" u="none" cap="none" strike="noStrike">
                          <a:latin typeface="Times New Roman"/>
                          <a:ea typeface="Times New Roman"/>
                          <a:cs typeface="Times New Roman"/>
                          <a:sym typeface="Times New Roman"/>
                        </a:rPr>
                        <a:t>requerimiento:</a:t>
                      </a:r>
                      <a:endParaRPr b="1" sz="1200" u="none" cap="none" strike="noStrike">
                        <a:latin typeface="Times New Roman"/>
                        <a:ea typeface="Times New Roman"/>
                        <a:cs typeface="Times New Roman"/>
                        <a:sym typeface="Times New Roman"/>
                      </a:endParaRPr>
                    </a:p>
                  </a:txBody>
                  <a:tcPr marT="63500" marB="63500" marR="63500" marL="63500">
                    <a:lnL cap="flat" cmpd="sng" w="12700">
                      <a:solidFill>
                        <a:srgbClr val="B6D7A8"/>
                      </a:solidFill>
                      <a:prstDash val="solid"/>
                      <a:round/>
                      <a:headEnd len="sm" w="sm" type="none"/>
                      <a:tailEnd len="sm" w="sm" type="none"/>
                    </a:lnL>
                    <a:lnR cap="flat" cmpd="sng" w="12700">
                      <a:solidFill>
                        <a:srgbClr val="B6D7A8"/>
                      </a:solidFill>
                      <a:prstDash val="solid"/>
                      <a:round/>
                      <a:headEnd len="sm" w="sm" type="none"/>
                      <a:tailEnd len="sm" w="sm" type="none"/>
                    </a:lnR>
                    <a:lnT cap="flat" cmpd="sng" w="12700">
                      <a:solidFill>
                        <a:srgbClr val="B6D7A8"/>
                      </a:solidFill>
                      <a:prstDash val="solid"/>
                      <a:round/>
                      <a:headEnd len="sm" w="sm" type="none"/>
                      <a:tailEnd len="sm" w="sm" type="none"/>
                    </a:lnT>
                    <a:lnB cap="flat" cmpd="sng" w="12700">
                      <a:solidFill>
                        <a:srgbClr val="B6D7A8"/>
                      </a:solidFill>
                      <a:prstDash val="solid"/>
                      <a:round/>
                      <a:headEnd len="sm" w="sm" type="none"/>
                      <a:tailEnd len="sm" w="sm" type="none"/>
                    </a:lnB>
                    <a:solidFill>
                      <a:srgbClr val="D9EAD3"/>
                    </a:solidFill>
                  </a:tcPr>
                </a:tc>
                <a:tc>
                  <a:txBody>
                    <a:bodyPr/>
                    <a:lstStyle/>
                    <a:p>
                      <a:pPr indent="0" lvl="0" marL="0" marR="0" rtl="0" algn="l">
                        <a:lnSpc>
                          <a:spcPct val="100000"/>
                        </a:lnSpc>
                        <a:spcBef>
                          <a:spcPts val="0"/>
                        </a:spcBef>
                        <a:spcAft>
                          <a:spcPts val="0"/>
                        </a:spcAft>
                        <a:buClr>
                          <a:srgbClr val="000000"/>
                        </a:buClr>
                        <a:buSzPts val="1200"/>
                        <a:buFont typeface="Arial"/>
                        <a:buNone/>
                      </a:pPr>
                      <a:r>
                        <a:rPr lang="es-419" sz="1200" u="none" cap="none" strike="noStrike">
                          <a:latin typeface="Times New Roman"/>
                          <a:ea typeface="Times New Roman"/>
                          <a:cs typeface="Times New Roman"/>
                          <a:sym typeface="Times New Roman"/>
                        </a:rPr>
                        <a:t>Media</a:t>
                      </a:r>
                      <a:endParaRPr sz="1200" u="none" cap="none" strike="noStrike">
                        <a:latin typeface="Times New Roman"/>
                        <a:ea typeface="Times New Roman"/>
                        <a:cs typeface="Times New Roman"/>
                        <a:sym typeface="Times New Roman"/>
                      </a:endParaRPr>
                    </a:p>
                  </a:txBody>
                  <a:tcPr marT="63500" marB="63500" marR="63500" marL="63500">
                    <a:lnL cap="flat" cmpd="sng" w="12700">
                      <a:solidFill>
                        <a:srgbClr val="B6D7A8"/>
                      </a:solidFill>
                      <a:prstDash val="solid"/>
                      <a:round/>
                      <a:headEnd len="sm" w="sm" type="none"/>
                      <a:tailEnd len="sm" w="sm" type="none"/>
                    </a:lnL>
                    <a:lnR cap="flat" cmpd="sng" w="12700">
                      <a:solidFill>
                        <a:srgbClr val="B6D7A8"/>
                      </a:solidFill>
                      <a:prstDash val="solid"/>
                      <a:round/>
                      <a:headEnd len="sm" w="sm" type="none"/>
                      <a:tailEnd len="sm" w="sm" type="none"/>
                    </a:lnR>
                    <a:lnT cap="flat" cmpd="sng" w="12700">
                      <a:solidFill>
                        <a:srgbClr val="B6D7A8"/>
                      </a:solidFill>
                      <a:prstDash val="solid"/>
                      <a:round/>
                      <a:headEnd len="sm" w="sm" type="none"/>
                      <a:tailEnd len="sm" w="sm" type="none"/>
                    </a:lnT>
                    <a:lnB cap="flat" cmpd="sng" w="12700">
                      <a:solidFill>
                        <a:srgbClr val="B6D7A8"/>
                      </a:solidFill>
                      <a:prstDash val="solid"/>
                      <a:round/>
                      <a:headEnd len="sm" w="sm" type="none"/>
                      <a:tailEnd len="sm" w="sm" type="none"/>
                    </a:lnB>
                    <a:solidFill>
                      <a:srgbClr val="D9EAD3"/>
                    </a:solidFill>
                  </a:tcPr>
                </a:tc>
              </a:tr>
            </a:tbl>
          </a:graphicData>
        </a:graphic>
      </p:graphicFrame>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4" name="Shape 224"/>
        <p:cNvGrpSpPr/>
        <p:nvPr/>
      </p:nvGrpSpPr>
      <p:grpSpPr>
        <a:xfrm>
          <a:off x="0" y="0"/>
          <a:ext cx="0" cy="0"/>
          <a:chOff x="0" y="0"/>
          <a:chExt cx="0" cy="0"/>
        </a:xfrm>
      </p:grpSpPr>
      <p:graphicFrame>
        <p:nvGraphicFramePr>
          <p:cNvPr id="225" name="Google Shape;225;p27"/>
          <p:cNvGraphicFramePr/>
          <p:nvPr/>
        </p:nvGraphicFramePr>
        <p:xfrm>
          <a:off x="1416050" y="514350"/>
          <a:ext cx="3000000" cy="3000000"/>
        </p:xfrm>
        <a:graphic>
          <a:graphicData uri="http://schemas.openxmlformats.org/drawingml/2006/table">
            <a:tbl>
              <a:tblPr>
                <a:noFill/>
                <a:tableStyleId>{99F3DE70-1715-4968-B29D-26007897703B}</a:tableStyleId>
              </a:tblPr>
              <a:tblGrid>
                <a:gridCol w="1257300"/>
                <a:gridCol w="5054600"/>
              </a:tblGrid>
              <a:tr h="647700">
                <a:tc>
                  <a:txBody>
                    <a:bodyPr/>
                    <a:lstStyle/>
                    <a:p>
                      <a:pPr indent="0" lvl="0" marL="0" marR="0" rtl="0" algn="l">
                        <a:lnSpc>
                          <a:spcPct val="100000"/>
                        </a:lnSpc>
                        <a:spcBef>
                          <a:spcPts val="0"/>
                        </a:spcBef>
                        <a:spcAft>
                          <a:spcPts val="0"/>
                        </a:spcAft>
                        <a:buClr>
                          <a:srgbClr val="000000"/>
                        </a:buClr>
                        <a:buSzPts val="1200"/>
                        <a:buFont typeface="Arial"/>
                        <a:buNone/>
                      </a:pPr>
                      <a:r>
                        <a:rPr b="1" lang="es-419" sz="1200" u="none" cap="none" strike="noStrike">
                          <a:latin typeface="Times New Roman"/>
                          <a:ea typeface="Times New Roman"/>
                          <a:cs typeface="Times New Roman"/>
                          <a:sym typeface="Times New Roman"/>
                        </a:rPr>
                        <a:t>Identificación</a:t>
                      </a:r>
                      <a:endParaRPr b="1" sz="1200" u="none" cap="none" strike="noStrike">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200"/>
                        <a:buFont typeface="Arial"/>
                        <a:buNone/>
                      </a:pPr>
                      <a:r>
                        <a:rPr b="1" lang="es-419" sz="1200" u="none" cap="none" strike="noStrike">
                          <a:latin typeface="Times New Roman"/>
                          <a:ea typeface="Times New Roman"/>
                          <a:cs typeface="Times New Roman"/>
                          <a:sym typeface="Times New Roman"/>
                        </a:rPr>
                        <a:t>del</a:t>
                      </a:r>
                      <a:endParaRPr b="1" sz="1200" u="none" cap="none" strike="noStrike">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200"/>
                        <a:buFont typeface="Arial"/>
                        <a:buNone/>
                      </a:pPr>
                      <a:r>
                        <a:rPr b="1" lang="es-419" sz="1200" u="none" cap="none" strike="noStrike">
                          <a:latin typeface="Times New Roman"/>
                          <a:ea typeface="Times New Roman"/>
                          <a:cs typeface="Times New Roman"/>
                          <a:sym typeface="Times New Roman"/>
                        </a:rPr>
                        <a:t>requerimiento:</a:t>
                      </a:r>
                      <a:endParaRPr b="1" sz="1200" u="none" cap="none" strike="noStrike">
                        <a:latin typeface="Times New Roman"/>
                        <a:ea typeface="Times New Roman"/>
                        <a:cs typeface="Times New Roman"/>
                        <a:sym typeface="Times New Roman"/>
                      </a:endParaRPr>
                    </a:p>
                  </a:txBody>
                  <a:tcPr marT="63500" marB="63500" marR="63500" marL="63500">
                    <a:lnL cap="flat" cmpd="sng" w="12700">
                      <a:solidFill>
                        <a:srgbClr val="B6D7A8"/>
                      </a:solidFill>
                      <a:prstDash val="solid"/>
                      <a:round/>
                      <a:headEnd len="sm" w="sm" type="none"/>
                      <a:tailEnd len="sm" w="sm" type="none"/>
                    </a:lnL>
                    <a:lnR cap="flat" cmpd="sng" w="12700">
                      <a:solidFill>
                        <a:srgbClr val="B6D7A8"/>
                      </a:solidFill>
                      <a:prstDash val="solid"/>
                      <a:round/>
                      <a:headEnd len="sm" w="sm" type="none"/>
                      <a:tailEnd len="sm" w="sm" type="none"/>
                    </a:lnR>
                    <a:lnT cap="flat" cmpd="sng" w="12700">
                      <a:solidFill>
                        <a:srgbClr val="B6D7A8"/>
                      </a:solidFill>
                      <a:prstDash val="solid"/>
                      <a:round/>
                      <a:headEnd len="sm" w="sm" type="none"/>
                      <a:tailEnd len="sm" w="sm" type="none"/>
                    </a:lnT>
                    <a:lnB cap="flat" cmpd="sng" w="12700">
                      <a:solidFill>
                        <a:srgbClr val="B6D7A8"/>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200"/>
                        <a:buFont typeface="Arial"/>
                        <a:buNone/>
                      </a:pPr>
                      <a:r>
                        <a:rPr lang="es-419" sz="1200" u="none" cap="none" strike="noStrike">
                          <a:latin typeface="Times New Roman"/>
                          <a:ea typeface="Times New Roman"/>
                          <a:cs typeface="Times New Roman"/>
                          <a:sym typeface="Times New Roman"/>
                        </a:rPr>
                        <a:t>RF012</a:t>
                      </a:r>
                      <a:endParaRPr sz="1200" u="none" cap="none" strike="noStrike">
                        <a:latin typeface="Times New Roman"/>
                        <a:ea typeface="Times New Roman"/>
                        <a:cs typeface="Times New Roman"/>
                        <a:sym typeface="Times New Roman"/>
                      </a:endParaRPr>
                    </a:p>
                  </a:txBody>
                  <a:tcPr marT="63500" marB="63500" marR="63500" marL="63500">
                    <a:lnL cap="flat" cmpd="sng" w="12700">
                      <a:solidFill>
                        <a:srgbClr val="B6D7A8"/>
                      </a:solidFill>
                      <a:prstDash val="solid"/>
                      <a:round/>
                      <a:headEnd len="sm" w="sm" type="none"/>
                      <a:tailEnd len="sm" w="sm" type="none"/>
                    </a:lnL>
                    <a:lnR cap="flat" cmpd="sng" w="12700">
                      <a:solidFill>
                        <a:srgbClr val="B6D7A8"/>
                      </a:solidFill>
                      <a:prstDash val="solid"/>
                      <a:round/>
                      <a:headEnd len="sm" w="sm" type="none"/>
                      <a:tailEnd len="sm" w="sm" type="none"/>
                    </a:lnR>
                    <a:lnT cap="flat" cmpd="sng" w="12700">
                      <a:solidFill>
                        <a:srgbClr val="B6D7A8"/>
                      </a:solidFill>
                      <a:prstDash val="solid"/>
                      <a:round/>
                      <a:headEnd len="sm" w="sm" type="none"/>
                      <a:tailEnd len="sm" w="sm" type="none"/>
                    </a:lnT>
                    <a:lnB cap="flat" cmpd="sng" w="12700">
                      <a:solidFill>
                        <a:srgbClr val="B6D7A8"/>
                      </a:solidFill>
                      <a:prstDash val="solid"/>
                      <a:round/>
                      <a:headEnd len="sm" w="sm" type="none"/>
                      <a:tailEnd len="sm" w="sm" type="none"/>
                    </a:lnB>
                  </a:tcPr>
                </a:tc>
              </a:tr>
              <a:tr h="495300">
                <a:tc>
                  <a:txBody>
                    <a:bodyPr/>
                    <a:lstStyle/>
                    <a:p>
                      <a:pPr indent="0" lvl="0" marL="0" marR="0" rtl="0" algn="l">
                        <a:lnSpc>
                          <a:spcPct val="100000"/>
                        </a:lnSpc>
                        <a:spcBef>
                          <a:spcPts val="0"/>
                        </a:spcBef>
                        <a:spcAft>
                          <a:spcPts val="0"/>
                        </a:spcAft>
                        <a:buClr>
                          <a:srgbClr val="000000"/>
                        </a:buClr>
                        <a:buSzPts val="1200"/>
                        <a:buFont typeface="Arial"/>
                        <a:buNone/>
                      </a:pPr>
                      <a:r>
                        <a:rPr b="1" lang="es-419" sz="1200" u="none" cap="none" strike="noStrike">
                          <a:latin typeface="Times New Roman"/>
                          <a:ea typeface="Times New Roman"/>
                          <a:cs typeface="Times New Roman"/>
                          <a:sym typeface="Times New Roman"/>
                        </a:rPr>
                        <a:t>Nombre del</a:t>
                      </a:r>
                      <a:endParaRPr b="1" sz="1200" u="none" cap="none" strike="noStrike">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200"/>
                        <a:buFont typeface="Arial"/>
                        <a:buNone/>
                      </a:pPr>
                      <a:r>
                        <a:rPr b="1" lang="es-419" sz="1200" u="none" cap="none" strike="noStrike">
                          <a:latin typeface="Times New Roman"/>
                          <a:ea typeface="Times New Roman"/>
                          <a:cs typeface="Times New Roman"/>
                          <a:sym typeface="Times New Roman"/>
                        </a:rPr>
                        <a:t>requerimiento:</a:t>
                      </a:r>
                      <a:endParaRPr b="1" sz="1200" u="none" cap="none" strike="noStrike">
                        <a:latin typeface="Times New Roman"/>
                        <a:ea typeface="Times New Roman"/>
                        <a:cs typeface="Times New Roman"/>
                        <a:sym typeface="Times New Roman"/>
                      </a:endParaRPr>
                    </a:p>
                  </a:txBody>
                  <a:tcPr marT="63500" marB="63500" marR="63500" marL="63500">
                    <a:lnL cap="flat" cmpd="sng" w="12700">
                      <a:solidFill>
                        <a:srgbClr val="B6D7A8"/>
                      </a:solidFill>
                      <a:prstDash val="solid"/>
                      <a:round/>
                      <a:headEnd len="sm" w="sm" type="none"/>
                      <a:tailEnd len="sm" w="sm" type="none"/>
                    </a:lnL>
                    <a:lnR cap="flat" cmpd="sng" w="12700">
                      <a:solidFill>
                        <a:srgbClr val="B6D7A8"/>
                      </a:solidFill>
                      <a:prstDash val="solid"/>
                      <a:round/>
                      <a:headEnd len="sm" w="sm" type="none"/>
                      <a:tailEnd len="sm" w="sm" type="none"/>
                    </a:lnR>
                    <a:lnT cap="flat" cmpd="sng" w="12700">
                      <a:solidFill>
                        <a:srgbClr val="B6D7A8"/>
                      </a:solidFill>
                      <a:prstDash val="solid"/>
                      <a:round/>
                      <a:headEnd len="sm" w="sm" type="none"/>
                      <a:tailEnd len="sm" w="sm" type="none"/>
                    </a:lnT>
                    <a:lnB cap="flat" cmpd="sng" w="12700">
                      <a:solidFill>
                        <a:srgbClr val="B6D7A8"/>
                      </a:solidFill>
                      <a:prstDash val="solid"/>
                      <a:round/>
                      <a:headEnd len="sm" w="sm" type="none"/>
                      <a:tailEnd len="sm" w="sm" type="none"/>
                    </a:lnB>
                    <a:solidFill>
                      <a:srgbClr val="D9EAD3"/>
                    </a:solidFill>
                  </a:tcPr>
                </a:tc>
                <a:tc>
                  <a:txBody>
                    <a:bodyPr/>
                    <a:lstStyle/>
                    <a:p>
                      <a:pPr indent="0" lvl="0" marL="0" marR="0" rtl="0" algn="l">
                        <a:lnSpc>
                          <a:spcPct val="115000"/>
                        </a:lnSpc>
                        <a:spcBef>
                          <a:spcPts val="0"/>
                        </a:spcBef>
                        <a:spcAft>
                          <a:spcPts val="0"/>
                        </a:spcAft>
                        <a:buClr>
                          <a:srgbClr val="000000"/>
                        </a:buClr>
                        <a:buSzPts val="1200"/>
                        <a:buFont typeface="Arial"/>
                        <a:buNone/>
                      </a:pPr>
                      <a:r>
                        <a:rPr b="1" lang="es-419" sz="1200" u="none" cap="none" strike="noStrike">
                          <a:latin typeface="Times New Roman"/>
                          <a:ea typeface="Times New Roman"/>
                          <a:cs typeface="Times New Roman"/>
                          <a:sym typeface="Times New Roman"/>
                        </a:rPr>
                        <a:t>Notificaciones de pedidos</a:t>
                      </a:r>
                      <a:endParaRPr b="1" sz="1200" u="none" cap="none" strike="noStrike">
                        <a:latin typeface="Times New Roman"/>
                        <a:ea typeface="Times New Roman"/>
                        <a:cs typeface="Times New Roman"/>
                        <a:sym typeface="Times New Roman"/>
                      </a:endParaRPr>
                    </a:p>
                    <a:p>
                      <a:pPr indent="0" lvl="0" marL="0" marR="0" rtl="0" algn="l">
                        <a:lnSpc>
                          <a:spcPct val="115000"/>
                        </a:lnSpc>
                        <a:spcBef>
                          <a:spcPts val="1200"/>
                        </a:spcBef>
                        <a:spcAft>
                          <a:spcPts val="0"/>
                        </a:spcAft>
                        <a:buClr>
                          <a:srgbClr val="000000"/>
                        </a:buClr>
                        <a:buSzPts val="1100"/>
                        <a:buFont typeface="Arial"/>
                        <a:buNone/>
                      </a:pPr>
                      <a:r>
                        <a:t/>
                      </a:r>
                      <a:endParaRPr b="1" sz="1100" u="none" cap="none" strike="noStrike">
                        <a:latin typeface="Times New Roman"/>
                        <a:ea typeface="Times New Roman"/>
                        <a:cs typeface="Times New Roman"/>
                        <a:sym typeface="Times New Roman"/>
                      </a:endParaRPr>
                    </a:p>
                  </a:txBody>
                  <a:tcPr marT="63500" marB="63500" marR="63500" marL="63500">
                    <a:lnL cap="flat" cmpd="sng" w="12700">
                      <a:solidFill>
                        <a:srgbClr val="B6D7A8"/>
                      </a:solidFill>
                      <a:prstDash val="solid"/>
                      <a:round/>
                      <a:headEnd len="sm" w="sm" type="none"/>
                      <a:tailEnd len="sm" w="sm" type="none"/>
                    </a:lnL>
                    <a:lnR cap="flat" cmpd="sng" w="12700">
                      <a:solidFill>
                        <a:srgbClr val="B6D7A8"/>
                      </a:solidFill>
                      <a:prstDash val="solid"/>
                      <a:round/>
                      <a:headEnd len="sm" w="sm" type="none"/>
                      <a:tailEnd len="sm" w="sm" type="none"/>
                    </a:lnR>
                    <a:lnT cap="flat" cmpd="sng" w="12700">
                      <a:solidFill>
                        <a:srgbClr val="B6D7A8"/>
                      </a:solidFill>
                      <a:prstDash val="solid"/>
                      <a:round/>
                      <a:headEnd len="sm" w="sm" type="none"/>
                      <a:tailEnd len="sm" w="sm" type="none"/>
                    </a:lnT>
                    <a:lnB cap="flat" cmpd="sng" w="12700">
                      <a:solidFill>
                        <a:srgbClr val="B6D7A8"/>
                      </a:solidFill>
                      <a:prstDash val="solid"/>
                      <a:round/>
                      <a:headEnd len="sm" w="sm" type="none"/>
                      <a:tailEnd len="sm" w="sm" type="none"/>
                    </a:lnB>
                    <a:solidFill>
                      <a:srgbClr val="D9EAD3"/>
                    </a:solidFill>
                  </a:tcPr>
                </a:tc>
              </a:tr>
              <a:tr h="304800">
                <a:tc>
                  <a:txBody>
                    <a:bodyPr/>
                    <a:lstStyle/>
                    <a:p>
                      <a:pPr indent="0" lvl="0" marL="0" marR="0" rtl="0" algn="l">
                        <a:lnSpc>
                          <a:spcPct val="100000"/>
                        </a:lnSpc>
                        <a:spcBef>
                          <a:spcPts val="0"/>
                        </a:spcBef>
                        <a:spcAft>
                          <a:spcPts val="0"/>
                        </a:spcAft>
                        <a:buClr>
                          <a:srgbClr val="000000"/>
                        </a:buClr>
                        <a:buSzPts val="1200"/>
                        <a:buFont typeface="Arial"/>
                        <a:buNone/>
                      </a:pPr>
                      <a:r>
                        <a:rPr b="1" lang="es-419" sz="1200" u="none" cap="none" strike="noStrike">
                          <a:latin typeface="Times New Roman"/>
                          <a:ea typeface="Times New Roman"/>
                          <a:cs typeface="Times New Roman"/>
                          <a:sym typeface="Times New Roman"/>
                        </a:rPr>
                        <a:t>Características:</a:t>
                      </a:r>
                      <a:endParaRPr b="1" sz="1200" u="none" cap="none" strike="noStrike">
                        <a:latin typeface="Times New Roman"/>
                        <a:ea typeface="Times New Roman"/>
                        <a:cs typeface="Times New Roman"/>
                        <a:sym typeface="Times New Roman"/>
                      </a:endParaRPr>
                    </a:p>
                  </a:txBody>
                  <a:tcPr marT="63500" marB="63500" marR="63500" marL="63500">
                    <a:lnL cap="flat" cmpd="sng" w="12700">
                      <a:solidFill>
                        <a:srgbClr val="B6D7A8"/>
                      </a:solidFill>
                      <a:prstDash val="solid"/>
                      <a:round/>
                      <a:headEnd len="sm" w="sm" type="none"/>
                      <a:tailEnd len="sm" w="sm" type="none"/>
                    </a:lnL>
                    <a:lnR cap="flat" cmpd="sng" w="12700">
                      <a:solidFill>
                        <a:srgbClr val="B6D7A8"/>
                      </a:solidFill>
                      <a:prstDash val="solid"/>
                      <a:round/>
                      <a:headEnd len="sm" w="sm" type="none"/>
                      <a:tailEnd len="sm" w="sm" type="none"/>
                    </a:lnR>
                    <a:lnT cap="flat" cmpd="sng" w="12700">
                      <a:solidFill>
                        <a:srgbClr val="B6D7A8"/>
                      </a:solidFill>
                      <a:prstDash val="solid"/>
                      <a:round/>
                      <a:headEnd len="sm" w="sm" type="none"/>
                      <a:tailEnd len="sm" w="sm" type="none"/>
                    </a:lnT>
                    <a:lnB cap="flat" cmpd="sng" w="12700">
                      <a:solidFill>
                        <a:srgbClr val="B6D7A8"/>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200"/>
                        <a:buFont typeface="Arial"/>
                        <a:buNone/>
                      </a:pPr>
                      <a:r>
                        <a:rPr lang="es-419" sz="1200" u="none" cap="none" strike="noStrike">
                          <a:latin typeface="Times New Roman"/>
                          <a:ea typeface="Times New Roman"/>
                          <a:cs typeface="Times New Roman"/>
                          <a:sym typeface="Times New Roman"/>
                        </a:rPr>
                        <a:t>El sistema debe enviar alertas para eventos clave como la creación del pedido, aprobación, despacho, entrega o cancelación.</a:t>
                      </a:r>
                      <a:endParaRPr sz="1200" u="none" cap="none" strike="noStrike">
                        <a:latin typeface="Times New Roman"/>
                        <a:ea typeface="Times New Roman"/>
                        <a:cs typeface="Times New Roman"/>
                        <a:sym typeface="Times New Roman"/>
                      </a:endParaRPr>
                    </a:p>
                  </a:txBody>
                  <a:tcPr marT="63500" marB="63500" marR="63500" marL="63500">
                    <a:lnL cap="flat" cmpd="sng" w="12700">
                      <a:solidFill>
                        <a:srgbClr val="B6D7A8"/>
                      </a:solidFill>
                      <a:prstDash val="solid"/>
                      <a:round/>
                      <a:headEnd len="sm" w="sm" type="none"/>
                      <a:tailEnd len="sm" w="sm" type="none"/>
                    </a:lnL>
                    <a:lnR cap="flat" cmpd="sng" w="12700">
                      <a:solidFill>
                        <a:srgbClr val="B6D7A8"/>
                      </a:solidFill>
                      <a:prstDash val="solid"/>
                      <a:round/>
                      <a:headEnd len="sm" w="sm" type="none"/>
                      <a:tailEnd len="sm" w="sm" type="none"/>
                    </a:lnR>
                    <a:lnT cap="flat" cmpd="sng" w="12700">
                      <a:solidFill>
                        <a:srgbClr val="B6D7A8"/>
                      </a:solidFill>
                      <a:prstDash val="solid"/>
                      <a:round/>
                      <a:headEnd len="sm" w="sm" type="none"/>
                      <a:tailEnd len="sm" w="sm" type="none"/>
                    </a:lnT>
                    <a:lnB cap="flat" cmpd="sng" w="12700">
                      <a:solidFill>
                        <a:srgbClr val="B6D7A8"/>
                      </a:solidFill>
                      <a:prstDash val="solid"/>
                      <a:round/>
                      <a:headEnd len="sm" w="sm" type="none"/>
                      <a:tailEnd len="sm" w="sm" type="none"/>
                    </a:lnB>
                  </a:tcPr>
                </a:tc>
              </a:tr>
              <a:tr h="469900">
                <a:tc>
                  <a:txBody>
                    <a:bodyPr/>
                    <a:lstStyle/>
                    <a:p>
                      <a:pPr indent="0" lvl="0" marL="0" marR="0" rtl="0" algn="l">
                        <a:lnSpc>
                          <a:spcPct val="100000"/>
                        </a:lnSpc>
                        <a:spcBef>
                          <a:spcPts val="0"/>
                        </a:spcBef>
                        <a:spcAft>
                          <a:spcPts val="0"/>
                        </a:spcAft>
                        <a:buClr>
                          <a:srgbClr val="000000"/>
                        </a:buClr>
                        <a:buSzPts val="1200"/>
                        <a:buFont typeface="Arial"/>
                        <a:buNone/>
                      </a:pPr>
                      <a:r>
                        <a:rPr b="1" lang="es-419" sz="1200" u="none" cap="none" strike="noStrike">
                          <a:latin typeface="Times New Roman"/>
                          <a:ea typeface="Times New Roman"/>
                          <a:cs typeface="Times New Roman"/>
                          <a:sym typeface="Times New Roman"/>
                        </a:rPr>
                        <a:t>Descripción del</a:t>
                      </a:r>
                      <a:endParaRPr b="1" sz="1200" u="none" cap="none" strike="noStrike">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200"/>
                        <a:buFont typeface="Arial"/>
                        <a:buNone/>
                      </a:pPr>
                      <a:r>
                        <a:rPr b="1" lang="es-419" sz="1200" u="none" cap="none" strike="noStrike">
                          <a:latin typeface="Times New Roman"/>
                          <a:ea typeface="Times New Roman"/>
                          <a:cs typeface="Times New Roman"/>
                          <a:sym typeface="Times New Roman"/>
                        </a:rPr>
                        <a:t>requerimiento:</a:t>
                      </a:r>
                      <a:endParaRPr b="1" sz="1200" u="none" cap="none" strike="noStrike">
                        <a:latin typeface="Times New Roman"/>
                        <a:ea typeface="Times New Roman"/>
                        <a:cs typeface="Times New Roman"/>
                        <a:sym typeface="Times New Roman"/>
                      </a:endParaRPr>
                    </a:p>
                  </a:txBody>
                  <a:tcPr marT="63500" marB="63500" marR="63500" marL="63500">
                    <a:lnL cap="flat" cmpd="sng" w="12700">
                      <a:solidFill>
                        <a:srgbClr val="B6D7A8"/>
                      </a:solidFill>
                      <a:prstDash val="solid"/>
                      <a:round/>
                      <a:headEnd len="sm" w="sm" type="none"/>
                      <a:tailEnd len="sm" w="sm" type="none"/>
                    </a:lnL>
                    <a:lnR cap="flat" cmpd="sng" w="12700">
                      <a:solidFill>
                        <a:srgbClr val="B6D7A8"/>
                      </a:solidFill>
                      <a:prstDash val="solid"/>
                      <a:round/>
                      <a:headEnd len="sm" w="sm" type="none"/>
                      <a:tailEnd len="sm" w="sm" type="none"/>
                    </a:lnR>
                    <a:lnT cap="flat" cmpd="sng" w="12700">
                      <a:solidFill>
                        <a:srgbClr val="B6D7A8"/>
                      </a:solidFill>
                      <a:prstDash val="solid"/>
                      <a:round/>
                      <a:headEnd len="sm" w="sm" type="none"/>
                      <a:tailEnd len="sm" w="sm" type="none"/>
                    </a:lnT>
                    <a:lnB cap="flat" cmpd="sng" w="12700">
                      <a:solidFill>
                        <a:srgbClr val="B6D7A8"/>
                      </a:solidFill>
                      <a:prstDash val="solid"/>
                      <a:round/>
                      <a:headEnd len="sm" w="sm" type="none"/>
                      <a:tailEnd len="sm" w="sm" type="none"/>
                    </a:lnB>
                    <a:solidFill>
                      <a:srgbClr val="D9EAD3"/>
                    </a:solidFill>
                  </a:tcPr>
                </a:tc>
                <a:tc>
                  <a:txBody>
                    <a:bodyPr/>
                    <a:lstStyle/>
                    <a:p>
                      <a:pPr indent="0" lvl="0" marL="0" marR="0" rtl="0" algn="l">
                        <a:lnSpc>
                          <a:spcPct val="115000"/>
                        </a:lnSpc>
                        <a:spcBef>
                          <a:spcPts val="0"/>
                        </a:spcBef>
                        <a:spcAft>
                          <a:spcPts val="0"/>
                        </a:spcAft>
                        <a:buClr>
                          <a:srgbClr val="000000"/>
                        </a:buClr>
                        <a:buSzPts val="1100"/>
                        <a:buFont typeface="Arial"/>
                        <a:buNone/>
                      </a:pPr>
                      <a:r>
                        <a:rPr lang="es-419" sz="1100" u="none" cap="none" strike="noStrike">
                          <a:latin typeface="Times New Roman"/>
                          <a:ea typeface="Times New Roman"/>
                          <a:cs typeface="Times New Roman"/>
                          <a:sym typeface="Times New Roman"/>
                        </a:rPr>
                        <a:t>El sistema debe enviar notificaciones automáticas a los usuarios relevantes sobre cambios importantes en el estado de los pedidos.</a:t>
                      </a:r>
                      <a:endParaRPr sz="1200" u="none" cap="none" strike="noStrike">
                        <a:latin typeface="Times New Roman"/>
                        <a:ea typeface="Times New Roman"/>
                        <a:cs typeface="Times New Roman"/>
                        <a:sym typeface="Times New Roman"/>
                      </a:endParaRPr>
                    </a:p>
                  </a:txBody>
                  <a:tcPr marT="63500" marB="63500" marR="63500" marL="63500">
                    <a:lnL cap="flat" cmpd="sng" w="12700">
                      <a:solidFill>
                        <a:srgbClr val="B6D7A8"/>
                      </a:solidFill>
                      <a:prstDash val="solid"/>
                      <a:round/>
                      <a:headEnd len="sm" w="sm" type="none"/>
                      <a:tailEnd len="sm" w="sm" type="none"/>
                    </a:lnL>
                    <a:lnR cap="flat" cmpd="sng" w="12700">
                      <a:solidFill>
                        <a:srgbClr val="B6D7A8"/>
                      </a:solidFill>
                      <a:prstDash val="solid"/>
                      <a:round/>
                      <a:headEnd len="sm" w="sm" type="none"/>
                      <a:tailEnd len="sm" w="sm" type="none"/>
                    </a:lnR>
                    <a:lnT cap="flat" cmpd="sng" w="12700">
                      <a:solidFill>
                        <a:srgbClr val="B6D7A8"/>
                      </a:solidFill>
                      <a:prstDash val="solid"/>
                      <a:round/>
                      <a:headEnd len="sm" w="sm" type="none"/>
                      <a:tailEnd len="sm" w="sm" type="none"/>
                    </a:lnT>
                    <a:lnB cap="flat" cmpd="sng" w="12700">
                      <a:solidFill>
                        <a:srgbClr val="B6D7A8"/>
                      </a:solidFill>
                      <a:prstDash val="solid"/>
                      <a:round/>
                      <a:headEnd len="sm" w="sm" type="none"/>
                      <a:tailEnd len="sm" w="sm" type="none"/>
                    </a:lnB>
                    <a:solidFill>
                      <a:srgbClr val="D9EAD3"/>
                    </a:solidFill>
                  </a:tcPr>
                </a:tc>
              </a:tr>
              <a:tr h="469900">
                <a:tc>
                  <a:txBody>
                    <a:bodyPr/>
                    <a:lstStyle/>
                    <a:p>
                      <a:pPr indent="0" lvl="0" marL="0" marR="0" rtl="0" algn="l">
                        <a:lnSpc>
                          <a:spcPct val="100000"/>
                        </a:lnSpc>
                        <a:spcBef>
                          <a:spcPts val="0"/>
                        </a:spcBef>
                        <a:spcAft>
                          <a:spcPts val="0"/>
                        </a:spcAft>
                        <a:buClr>
                          <a:srgbClr val="000000"/>
                        </a:buClr>
                        <a:buSzPts val="1200"/>
                        <a:buFont typeface="Arial"/>
                        <a:buNone/>
                      </a:pPr>
                      <a:r>
                        <a:rPr b="1" lang="es-419" sz="1200" u="none" cap="none" strike="noStrike">
                          <a:latin typeface="Times New Roman"/>
                          <a:ea typeface="Times New Roman"/>
                          <a:cs typeface="Times New Roman"/>
                          <a:sym typeface="Times New Roman"/>
                        </a:rPr>
                        <a:t>Requerimientos</a:t>
                      </a:r>
                      <a:endParaRPr b="1" sz="1200" u="none" cap="none" strike="noStrike">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200"/>
                        <a:buFont typeface="Arial"/>
                        <a:buNone/>
                      </a:pPr>
                      <a:r>
                        <a:rPr b="1" lang="es-419" sz="1200" u="none" cap="none" strike="noStrike">
                          <a:latin typeface="Times New Roman"/>
                          <a:ea typeface="Times New Roman"/>
                          <a:cs typeface="Times New Roman"/>
                          <a:sym typeface="Times New Roman"/>
                        </a:rPr>
                        <a:t>no funcionales:</a:t>
                      </a:r>
                      <a:endParaRPr b="1" sz="1200" u="none" cap="none" strike="noStrike">
                        <a:latin typeface="Times New Roman"/>
                        <a:ea typeface="Times New Roman"/>
                        <a:cs typeface="Times New Roman"/>
                        <a:sym typeface="Times New Roman"/>
                      </a:endParaRPr>
                    </a:p>
                  </a:txBody>
                  <a:tcPr marT="63500" marB="63500" marR="63500" marL="63500">
                    <a:lnL cap="flat" cmpd="sng" w="12700">
                      <a:solidFill>
                        <a:srgbClr val="B6D7A8"/>
                      </a:solidFill>
                      <a:prstDash val="solid"/>
                      <a:round/>
                      <a:headEnd len="sm" w="sm" type="none"/>
                      <a:tailEnd len="sm" w="sm" type="none"/>
                    </a:lnL>
                    <a:lnR cap="flat" cmpd="sng" w="12700">
                      <a:solidFill>
                        <a:srgbClr val="B6D7A8"/>
                      </a:solidFill>
                      <a:prstDash val="solid"/>
                      <a:round/>
                      <a:headEnd len="sm" w="sm" type="none"/>
                      <a:tailEnd len="sm" w="sm" type="none"/>
                    </a:lnR>
                    <a:lnT cap="flat" cmpd="sng" w="12700">
                      <a:solidFill>
                        <a:srgbClr val="B6D7A8"/>
                      </a:solidFill>
                      <a:prstDash val="solid"/>
                      <a:round/>
                      <a:headEnd len="sm" w="sm" type="none"/>
                      <a:tailEnd len="sm" w="sm" type="none"/>
                    </a:lnT>
                    <a:lnB cap="flat" cmpd="sng" w="12700">
                      <a:solidFill>
                        <a:srgbClr val="B6D7A8"/>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200"/>
                        <a:buFont typeface="Arial"/>
                        <a:buNone/>
                      </a:pPr>
                      <a:r>
                        <a:rPr lang="es-419" sz="1200" u="none" cap="none" strike="noStrike">
                          <a:latin typeface="Times New Roman"/>
                          <a:ea typeface="Times New Roman"/>
                          <a:cs typeface="Times New Roman"/>
                          <a:sym typeface="Times New Roman"/>
                        </a:rPr>
                        <a:t>❖ RNF03</a:t>
                      </a:r>
                      <a:endParaRPr sz="1200" u="none" cap="none" strike="noStrike">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200"/>
                        <a:buFont typeface="Arial"/>
                        <a:buNone/>
                      </a:pPr>
                      <a:r>
                        <a:rPr lang="es-419" sz="1200" u="none" cap="none" strike="noStrike">
                          <a:latin typeface="Times New Roman"/>
                          <a:ea typeface="Times New Roman"/>
                          <a:cs typeface="Times New Roman"/>
                          <a:sym typeface="Times New Roman"/>
                        </a:rPr>
                        <a:t>❖ RNF06</a:t>
                      </a:r>
                      <a:endParaRPr sz="1200" u="none" cap="none" strike="noStrike">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200"/>
                        <a:buFont typeface="Arial"/>
                        <a:buNone/>
                      </a:pPr>
                      <a:r>
                        <a:rPr lang="es-419" sz="1200" u="none" cap="none" strike="noStrike">
                          <a:latin typeface="Times New Roman"/>
                          <a:ea typeface="Times New Roman"/>
                          <a:cs typeface="Times New Roman"/>
                          <a:sym typeface="Times New Roman"/>
                        </a:rPr>
                        <a:t>❖ RNF07</a:t>
                      </a:r>
                      <a:endParaRPr sz="1200" u="none" cap="none" strike="noStrike">
                        <a:latin typeface="Times New Roman"/>
                        <a:ea typeface="Times New Roman"/>
                        <a:cs typeface="Times New Roman"/>
                        <a:sym typeface="Times New Roman"/>
                      </a:endParaRPr>
                    </a:p>
                  </a:txBody>
                  <a:tcPr marT="63500" marB="63500" marR="63500" marL="63500">
                    <a:lnL cap="flat" cmpd="sng" w="12700">
                      <a:solidFill>
                        <a:srgbClr val="B6D7A8"/>
                      </a:solidFill>
                      <a:prstDash val="solid"/>
                      <a:round/>
                      <a:headEnd len="sm" w="sm" type="none"/>
                      <a:tailEnd len="sm" w="sm" type="none"/>
                    </a:lnL>
                    <a:lnR cap="flat" cmpd="sng" w="12700">
                      <a:solidFill>
                        <a:srgbClr val="B6D7A8"/>
                      </a:solidFill>
                      <a:prstDash val="solid"/>
                      <a:round/>
                      <a:headEnd len="sm" w="sm" type="none"/>
                      <a:tailEnd len="sm" w="sm" type="none"/>
                    </a:lnR>
                    <a:lnT cap="flat" cmpd="sng" w="12700">
                      <a:solidFill>
                        <a:srgbClr val="B6D7A8"/>
                      </a:solidFill>
                      <a:prstDash val="solid"/>
                      <a:round/>
                      <a:headEnd len="sm" w="sm" type="none"/>
                      <a:tailEnd len="sm" w="sm" type="none"/>
                    </a:lnT>
                    <a:lnB cap="flat" cmpd="sng" w="12700">
                      <a:solidFill>
                        <a:srgbClr val="B6D7A8"/>
                      </a:solidFill>
                      <a:prstDash val="solid"/>
                      <a:round/>
                      <a:headEnd len="sm" w="sm" type="none"/>
                      <a:tailEnd len="sm" w="sm" type="none"/>
                    </a:lnB>
                  </a:tcPr>
                </a:tc>
              </a:tr>
              <a:tr h="469900">
                <a:tc>
                  <a:txBody>
                    <a:bodyPr/>
                    <a:lstStyle/>
                    <a:p>
                      <a:pPr indent="0" lvl="0" marL="0" marR="0" rtl="0" algn="l">
                        <a:lnSpc>
                          <a:spcPct val="100000"/>
                        </a:lnSpc>
                        <a:spcBef>
                          <a:spcPts val="0"/>
                        </a:spcBef>
                        <a:spcAft>
                          <a:spcPts val="0"/>
                        </a:spcAft>
                        <a:buClr>
                          <a:srgbClr val="000000"/>
                        </a:buClr>
                        <a:buSzPts val="1200"/>
                        <a:buFont typeface="Arial"/>
                        <a:buNone/>
                      </a:pPr>
                      <a:r>
                        <a:rPr b="1" lang="es-419" sz="1200" u="none" cap="none" strike="noStrike">
                          <a:latin typeface="Times New Roman"/>
                          <a:ea typeface="Times New Roman"/>
                          <a:cs typeface="Times New Roman"/>
                          <a:sym typeface="Times New Roman"/>
                        </a:rPr>
                        <a:t>Prioridad de</a:t>
                      </a:r>
                      <a:endParaRPr b="1" sz="1200" u="none" cap="none" strike="noStrike">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200"/>
                        <a:buFont typeface="Arial"/>
                        <a:buNone/>
                      </a:pPr>
                      <a:r>
                        <a:rPr b="1" lang="es-419" sz="1200" u="none" cap="none" strike="noStrike">
                          <a:latin typeface="Times New Roman"/>
                          <a:ea typeface="Times New Roman"/>
                          <a:cs typeface="Times New Roman"/>
                          <a:sym typeface="Times New Roman"/>
                        </a:rPr>
                        <a:t>requerimiento:</a:t>
                      </a:r>
                      <a:endParaRPr b="1" sz="1200" u="none" cap="none" strike="noStrike">
                        <a:latin typeface="Times New Roman"/>
                        <a:ea typeface="Times New Roman"/>
                        <a:cs typeface="Times New Roman"/>
                        <a:sym typeface="Times New Roman"/>
                      </a:endParaRPr>
                    </a:p>
                  </a:txBody>
                  <a:tcPr marT="63500" marB="63500" marR="63500" marL="63500">
                    <a:lnL cap="flat" cmpd="sng" w="12700">
                      <a:solidFill>
                        <a:srgbClr val="B6D7A8"/>
                      </a:solidFill>
                      <a:prstDash val="solid"/>
                      <a:round/>
                      <a:headEnd len="sm" w="sm" type="none"/>
                      <a:tailEnd len="sm" w="sm" type="none"/>
                    </a:lnL>
                    <a:lnR cap="flat" cmpd="sng" w="12700">
                      <a:solidFill>
                        <a:srgbClr val="B6D7A8"/>
                      </a:solidFill>
                      <a:prstDash val="solid"/>
                      <a:round/>
                      <a:headEnd len="sm" w="sm" type="none"/>
                      <a:tailEnd len="sm" w="sm" type="none"/>
                    </a:lnR>
                    <a:lnT cap="flat" cmpd="sng" w="12700">
                      <a:solidFill>
                        <a:srgbClr val="B6D7A8"/>
                      </a:solidFill>
                      <a:prstDash val="solid"/>
                      <a:round/>
                      <a:headEnd len="sm" w="sm" type="none"/>
                      <a:tailEnd len="sm" w="sm" type="none"/>
                    </a:lnT>
                    <a:lnB cap="flat" cmpd="sng" w="12700">
                      <a:solidFill>
                        <a:srgbClr val="B6D7A8"/>
                      </a:solidFill>
                      <a:prstDash val="solid"/>
                      <a:round/>
                      <a:headEnd len="sm" w="sm" type="none"/>
                      <a:tailEnd len="sm" w="sm" type="none"/>
                    </a:lnB>
                    <a:solidFill>
                      <a:srgbClr val="D9EAD3"/>
                    </a:solidFill>
                  </a:tcPr>
                </a:tc>
                <a:tc>
                  <a:txBody>
                    <a:bodyPr/>
                    <a:lstStyle/>
                    <a:p>
                      <a:pPr indent="0" lvl="0" marL="0" marR="0" rtl="0" algn="l">
                        <a:lnSpc>
                          <a:spcPct val="100000"/>
                        </a:lnSpc>
                        <a:spcBef>
                          <a:spcPts val="0"/>
                        </a:spcBef>
                        <a:spcAft>
                          <a:spcPts val="0"/>
                        </a:spcAft>
                        <a:buClr>
                          <a:srgbClr val="000000"/>
                        </a:buClr>
                        <a:buSzPts val="1200"/>
                        <a:buFont typeface="Arial"/>
                        <a:buNone/>
                      </a:pPr>
                      <a:r>
                        <a:rPr lang="es-419" sz="1200" u="none" cap="none" strike="noStrike">
                          <a:latin typeface="Times New Roman"/>
                          <a:ea typeface="Times New Roman"/>
                          <a:cs typeface="Times New Roman"/>
                          <a:sym typeface="Times New Roman"/>
                        </a:rPr>
                        <a:t>Alta</a:t>
                      </a:r>
                      <a:endParaRPr sz="1200" u="none" cap="none" strike="noStrike">
                        <a:latin typeface="Times New Roman"/>
                        <a:ea typeface="Times New Roman"/>
                        <a:cs typeface="Times New Roman"/>
                        <a:sym typeface="Times New Roman"/>
                      </a:endParaRPr>
                    </a:p>
                  </a:txBody>
                  <a:tcPr marT="63500" marB="63500" marR="63500" marL="63500">
                    <a:lnL cap="flat" cmpd="sng" w="12700">
                      <a:solidFill>
                        <a:srgbClr val="B6D7A8"/>
                      </a:solidFill>
                      <a:prstDash val="solid"/>
                      <a:round/>
                      <a:headEnd len="sm" w="sm" type="none"/>
                      <a:tailEnd len="sm" w="sm" type="none"/>
                    </a:lnL>
                    <a:lnR cap="flat" cmpd="sng" w="12700">
                      <a:solidFill>
                        <a:srgbClr val="B6D7A8"/>
                      </a:solidFill>
                      <a:prstDash val="solid"/>
                      <a:round/>
                      <a:headEnd len="sm" w="sm" type="none"/>
                      <a:tailEnd len="sm" w="sm" type="none"/>
                    </a:lnR>
                    <a:lnT cap="flat" cmpd="sng" w="12700">
                      <a:solidFill>
                        <a:srgbClr val="B6D7A8"/>
                      </a:solidFill>
                      <a:prstDash val="solid"/>
                      <a:round/>
                      <a:headEnd len="sm" w="sm" type="none"/>
                      <a:tailEnd len="sm" w="sm" type="none"/>
                    </a:lnT>
                    <a:lnB cap="flat" cmpd="sng" w="12700">
                      <a:solidFill>
                        <a:srgbClr val="B6D7A8"/>
                      </a:solidFill>
                      <a:prstDash val="solid"/>
                      <a:round/>
                      <a:headEnd len="sm" w="sm" type="none"/>
                      <a:tailEnd len="sm" w="sm" type="none"/>
                    </a:lnB>
                    <a:solidFill>
                      <a:srgbClr val="D9EAD3"/>
                    </a:solidFill>
                  </a:tcPr>
                </a:tc>
              </a:tr>
            </a:tbl>
          </a:graphicData>
        </a:graphic>
      </p:graphicFrame>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9" name="Shape 229"/>
        <p:cNvGrpSpPr/>
        <p:nvPr/>
      </p:nvGrpSpPr>
      <p:grpSpPr>
        <a:xfrm>
          <a:off x="0" y="0"/>
          <a:ext cx="0" cy="0"/>
          <a:chOff x="0" y="0"/>
          <a:chExt cx="0" cy="0"/>
        </a:xfrm>
      </p:grpSpPr>
      <p:graphicFrame>
        <p:nvGraphicFramePr>
          <p:cNvPr id="230" name="Google Shape;230;p28"/>
          <p:cNvGraphicFramePr/>
          <p:nvPr/>
        </p:nvGraphicFramePr>
        <p:xfrm>
          <a:off x="1416050" y="604838"/>
          <a:ext cx="3000000" cy="3000000"/>
        </p:xfrm>
        <a:graphic>
          <a:graphicData uri="http://schemas.openxmlformats.org/drawingml/2006/table">
            <a:tbl>
              <a:tblPr>
                <a:noFill/>
                <a:tableStyleId>{99F3DE70-1715-4968-B29D-26007897703B}</a:tableStyleId>
              </a:tblPr>
              <a:tblGrid>
                <a:gridCol w="1257300"/>
                <a:gridCol w="5054600"/>
              </a:tblGrid>
              <a:tr h="647700">
                <a:tc>
                  <a:txBody>
                    <a:bodyPr/>
                    <a:lstStyle/>
                    <a:p>
                      <a:pPr indent="0" lvl="0" marL="0" marR="0" rtl="0" algn="l">
                        <a:lnSpc>
                          <a:spcPct val="100000"/>
                        </a:lnSpc>
                        <a:spcBef>
                          <a:spcPts val="0"/>
                        </a:spcBef>
                        <a:spcAft>
                          <a:spcPts val="0"/>
                        </a:spcAft>
                        <a:buClr>
                          <a:srgbClr val="000000"/>
                        </a:buClr>
                        <a:buSzPts val="1200"/>
                        <a:buFont typeface="Arial"/>
                        <a:buNone/>
                      </a:pPr>
                      <a:r>
                        <a:rPr b="1" lang="es-419" sz="1200" u="none" cap="none" strike="noStrike">
                          <a:latin typeface="Times New Roman"/>
                          <a:ea typeface="Times New Roman"/>
                          <a:cs typeface="Times New Roman"/>
                          <a:sym typeface="Times New Roman"/>
                        </a:rPr>
                        <a:t>Identificación</a:t>
                      </a:r>
                      <a:endParaRPr b="1" sz="1200" u="none" cap="none" strike="noStrike">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200"/>
                        <a:buFont typeface="Arial"/>
                        <a:buNone/>
                      </a:pPr>
                      <a:r>
                        <a:rPr b="1" lang="es-419" sz="1200" u="none" cap="none" strike="noStrike">
                          <a:latin typeface="Times New Roman"/>
                          <a:ea typeface="Times New Roman"/>
                          <a:cs typeface="Times New Roman"/>
                          <a:sym typeface="Times New Roman"/>
                        </a:rPr>
                        <a:t>del</a:t>
                      </a:r>
                      <a:endParaRPr b="1" sz="1200" u="none" cap="none" strike="noStrike">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200"/>
                        <a:buFont typeface="Arial"/>
                        <a:buNone/>
                      </a:pPr>
                      <a:r>
                        <a:rPr b="1" lang="es-419" sz="1200" u="none" cap="none" strike="noStrike">
                          <a:latin typeface="Times New Roman"/>
                          <a:ea typeface="Times New Roman"/>
                          <a:cs typeface="Times New Roman"/>
                          <a:sym typeface="Times New Roman"/>
                        </a:rPr>
                        <a:t>requerimiento:</a:t>
                      </a:r>
                      <a:endParaRPr b="1" sz="1200" u="none" cap="none" strike="noStrike">
                        <a:latin typeface="Times New Roman"/>
                        <a:ea typeface="Times New Roman"/>
                        <a:cs typeface="Times New Roman"/>
                        <a:sym typeface="Times New Roman"/>
                      </a:endParaRPr>
                    </a:p>
                  </a:txBody>
                  <a:tcPr marT="63500" marB="63500" marR="63500" marL="63500">
                    <a:lnL cap="flat" cmpd="sng" w="12700">
                      <a:solidFill>
                        <a:srgbClr val="B6D7A8"/>
                      </a:solidFill>
                      <a:prstDash val="solid"/>
                      <a:round/>
                      <a:headEnd len="sm" w="sm" type="none"/>
                      <a:tailEnd len="sm" w="sm" type="none"/>
                    </a:lnL>
                    <a:lnR cap="flat" cmpd="sng" w="12700">
                      <a:solidFill>
                        <a:srgbClr val="B6D7A8"/>
                      </a:solidFill>
                      <a:prstDash val="solid"/>
                      <a:round/>
                      <a:headEnd len="sm" w="sm" type="none"/>
                      <a:tailEnd len="sm" w="sm" type="none"/>
                    </a:lnR>
                    <a:lnT cap="flat" cmpd="sng" w="12700">
                      <a:solidFill>
                        <a:srgbClr val="B6D7A8"/>
                      </a:solidFill>
                      <a:prstDash val="solid"/>
                      <a:round/>
                      <a:headEnd len="sm" w="sm" type="none"/>
                      <a:tailEnd len="sm" w="sm" type="none"/>
                    </a:lnT>
                    <a:lnB cap="flat" cmpd="sng" w="12700">
                      <a:solidFill>
                        <a:srgbClr val="B6D7A8"/>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200"/>
                        <a:buFont typeface="Arial"/>
                        <a:buNone/>
                      </a:pPr>
                      <a:r>
                        <a:rPr lang="es-419" sz="1200" u="none" cap="none" strike="noStrike">
                          <a:latin typeface="Times New Roman"/>
                          <a:ea typeface="Times New Roman"/>
                          <a:cs typeface="Times New Roman"/>
                          <a:sym typeface="Times New Roman"/>
                        </a:rPr>
                        <a:t>RF013</a:t>
                      </a:r>
                      <a:endParaRPr sz="1200" u="none" cap="none" strike="noStrike">
                        <a:latin typeface="Times New Roman"/>
                        <a:ea typeface="Times New Roman"/>
                        <a:cs typeface="Times New Roman"/>
                        <a:sym typeface="Times New Roman"/>
                      </a:endParaRPr>
                    </a:p>
                  </a:txBody>
                  <a:tcPr marT="63500" marB="63500" marR="63500" marL="63500">
                    <a:lnL cap="flat" cmpd="sng" w="12700">
                      <a:solidFill>
                        <a:srgbClr val="B6D7A8"/>
                      </a:solidFill>
                      <a:prstDash val="solid"/>
                      <a:round/>
                      <a:headEnd len="sm" w="sm" type="none"/>
                      <a:tailEnd len="sm" w="sm" type="none"/>
                    </a:lnL>
                    <a:lnR cap="flat" cmpd="sng" w="12700">
                      <a:solidFill>
                        <a:srgbClr val="B6D7A8"/>
                      </a:solidFill>
                      <a:prstDash val="solid"/>
                      <a:round/>
                      <a:headEnd len="sm" w="sm" type="none"/>
                      <a:tailEnd len="sm" w="sm" type="none"/>
                    </a:lnR>
                    <a:lnT cap="flat" cmpd="sng" w="12700">
                      <a:solidFill>
                        <a:srgbClr val="B6D7A8"/>
                      </a:solidFill>
                      <a:prstDash val="solid"/>
                      <a:round/>
                      <a:headEnd len="sm" w="sm" type="none"/>
                      <a:tailEnd len="sm" w="sm" type="none"/>
                    </a:lnT>
                    <a:lnB cap="flat" cmpd="sng" w="12700">
                      <a:solidFill>
                        <a:srgbClr val="B6D7A8"/>
                      </a:solidFill>
                      <a:prstDash val="solid"/>
                      <a:round/>
                      <a:headEnd len="sm" w="sm" type="none"/>
                      <a:tailEnd len="sm" w="sm" type="none"/>
                    </a:lnB>
                  </a:tcPr>
                </a:tc>
              </a:tr>
              <a:tr h="495300">
                <a:tc>
                  <a:txBody>
                    <a:bodyPr/>
                    <a:lstStyle/>
                    <a:p>
                      <a:pPr indent="0" lvl="0" marL="0" marR="0" rtl="0" algn="l">
                        <a:lnSpc>
                          <a:spcPct val="100000"/>
                        </a:lnSpc>
                        <a:spcBef>
                          <a:spcPts val="0"/>
                        </a:spcBef>
                        <a:spcAft>
                          <a:spcPts val="0"/>
                        </a:spcAft>
                        <a:buClr>
                          <a:srgbClr val="000000"/>
                        </a:buClr>
                        <a:buSzPts val="1200"/>
                        <a:buFont typeface="Arial"/>
                        <a:buNone/>
                      </a:pPr>
                      <a:r>
                        <a:rPr b="1" lang="es-419" sz="1200" u="none" cap="none" strike="noStrike">
                          <a:latin typeface="Times New Roman"/>
                          <a:ea typeface="Times New Roman"/>
                          <a:cs typeface="Times New Roman"/>
                          <a:sym typeface="Times New Roman"/>
                        </a:rPr>
                        <a:t>Nombre del</a:t>
                      </a:r>
                      <a:endParaRPr b="1" sz="1200" u="none" cap="none" strike="noStrike">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200"/>
                        <a:buFont typeface="Arial"/>
                        <a:buNone/>
                      </a:pPr>
                      <a:r>
                        <a:rPr b="1" lang="es-419" sz="1200" u="none" cap="none" strike="noStrike">
                          <a:latin typeface="Times New Roman"/>
                          <a:ea typeface="Times New Roman"/>
                          <a:cs typeface="Times New Roman"/>
                          <a:sym typeface="Times New Roman"/>
                        </a:rPr>
                        <a:t>requerimiento:</a:t>
                      </a:r>
                      <a:endParaRPr b="1" sz="1200" u="none" cap="none" strike="noStrike">
                        <a:latin typeface="Times New Roman"/>
                        <a:ea typeface="Times New Roman"/>
                        <a:cs typeface="Times New Roman"/>
                        <a:sym typeface="Times New Roman"/>
                      </a:endParaRPr>
                    </a:p>
                  </a:txBody>
                  <a:tcPr marT="63500" marB="63500" marR="63500" marL="63500">
                    <a:lnL cap="flat" cmpd="sng" w="12700">
                      <a:solidFill>
                        <a:srgbClr val="B6D7A8"/>
                      </a:solidFill>
                      <a:prstDash val="solid"/>
                      <a:round/>
                      <a:headEnd len="sm" w="sm" type="none"/>
                      <a:tailEnd len="sm" w="sm" type="none"/>
                    </a:lnL>
                    <a:lnR cap="flat" cmpd="sng" w="12700">
                      <a:solidFill>
                        <a:srgbClr val="B6D7A8"/>
                      </a:solidFill>
                      <a:prstDash val="solid"/>
                      <a:round/>
                      <a:headEnd len="sm" w="sm" type="none"/>
                      <a:tailEnd len="sm" w="sm" type="none"/>
                    </a:lnR>
                    <a:lnT cap="flat" cmpd="sng" w="12700">
                      <a:solidFill>
                        <a:srgbClr val="B6D7A8"/>
                      </a:solidFill>
                      <a:prstDash val="solid"/>
                      <a:round/>
                      <a:headEnd len="sm" w="sm" type="none"/>
                      <a:tailEnd len="sm" w="sm" type="none"/>
                    </a:lnT>
                    <a:lnB cap="flat" cmpd="sng" w="12700">
                      <a:solidFill>
                        <a:srgbClr val="B6D7A8"/>
                      </a:solidFill>
                      <a:prstDash val="solid"/>
                      <a:round/>
                      <a:headEnd len="sm" w="sm" type="none"/>
                      <a:tailEnd len="sm" w="sm" type="none"/>
                    </a:lnB>
                    <a:solidFill>
                      <a:srgbClr val="D9EAD3"/>
                    </a:solidFill>
                  </a:tcPr>
                </a:tc>
                <a:tc>
                  <a:txBody>
                    <a:bodyPr/>
                    <a:lstStyle/>
                    <a:p>
                      <a:pPr indent="0" lvl="0" marL="0" marR="0" rtl="0" algn="l">
                        <a:lnSpc>
                          <a:spcPct val="115000"/>
                        </a:lnSpc>
                        <a:spcBef>
                          <a:spcPts val="0"/>
                        </a:spcBef>
                        <a:spcAft>
                          <a:spcPts val="0"/>
                        </a:spcAft>
                        <a:buClr>
                          <a:srgbClr val="000000"/>
                        </a:buClr>
                        <a:buSzPts val="1200"/>
                        <a:buFont typeface="Arial"/>
                        <a:buNone/>
                      </a:pPr>
                      <a:r>
                        <a:rPr b="1" lang="es-419" sz="1200" u="none" cap="none" strike="noStrike">
                          <a:latin typeface="Times New Roman"/>
                          <a:ea typeface="Times New Roman"/>
                          <a:cs typeface="Times New Roman"/>
                          <a:sym typeface="Times New Roman"/>
                        </a:rPr>
                        <a:t>Búsqueda avanzada de ventas</a:t>
                      </a:r>
                      <a:endParaRPr b="1" sz="1200" u="none" cap="none" strike="noStrike">
                        <a:latin typeface="Times New Roman"/>
                        <a:ea typeface="Times New Roman"/>
                        <a:cs typeface="Times New Roman"/>
                        <a:sym typeface="Times New Roman"/>
                      </a:endParaRPr>
                    </a:p>
                    <a:p>
                      <a:pPr indent="0" lvl="0" marL="0" marR="0" rtl="0" algn="l">
                        <a:lnSpc>
                          <a:spcPct val="115000"/>
                        </a:lnSpc>
                        <a:spcBef>
                          <a:spcPts val="1200"/>
                        </a:spcBef>
                        <a:spcAft>
                          <a:spcPts val="0"/>
                        </a:spcAft>
                        <a:buClr>
                          <a:srgbClr val="000000"/>
                        </a:buClr>
                        <a:buSzPts val="1100"/>
                        <a:buFont typeface="Arial"/>
                        <a:buNone/>
                      </a:pPr>
                      <a:r>
                        <a:t/>
                      </a:r>
                      <a:endParaRPr b="1" sz="1100" u="none" cap="none" strike="noStrike">
                        <a:latin typeface="Times New Roman"/>
                        <a:ea typeface="Times New Roman"/>
                        <a:cs typeface="Times New Roman"/>
                        <a:sym typeface="Times New Roman"/>
                      </a:endParaRPr>
                    </a:p>
                  </a:txBody>
                  <a:tcPr marT="63500" marB="63500" marR="63500" marL="63500">
                    <a:lnL cap="flat" cmpd="sng" w="12700">
                      <a:solidFill>
                        <a:srgbClr val="B6D7A8"/>
                      </a:solidFill>
                      <a:prstDash val="solid"/>
                      <a:round/>
                      <a:headEnd len="sm" w="sm" type="none"/>
                      <a:tailEnd len="sm" w="sm" type="none"/>
                    </a:lnL>
                    <a:lnR cap="flat" cmpd="sng" w="12700">
                      <a:solidFill>
                        <a:srgbClr val="B6D7A8"/>
                      </a:solidFill>
                      <a:prstDash val="solid"/>
                      <a:round/>
                      <a:headEnd len="sm" w="sm" type="none"/>
                      <a:tailEnd len="sm" w="sm" type="none"/>
                    </a:lnR>
                    <a:lnT cap="flat" cmpd="sng" w="12700">
                      <a:solidFill>
                        <a:srgbClr val="B6D7A8"/>
                      </a:solidFill>
                      <a:prstDash val="solid"/>
                      <a:round/>
                      <a:headEnd len="sm" w="sm" type="none"/>
                      <a:tailEnd len="sm" w="sm" type="none"/>
                    </a:lnT>
                    <a:lnB cap="flat" cmpd="sng" w="12700">
                      <a:solidFill>
                        <a:srgbClr val="B6D7A8"/>
                      </a:solidFill>
                      <a:prstDash val="solid"/>
                      <a:round/>
                      <a:headEnd len="sm" w="sm" type="none"/>
                      <a:tailEnd len="sm" w="sm" type="none"/>
                    </a:lnB>
                    <a:solidFill>
                      <a:srgbClr val="D9EAD3"/>
                    </a:solidFill>
                  </a:tcPr>
                </a:tc>
              </a:tr>
              <a:tr h="304800">
                <a:tc>
                  <a:txBody>
                    <a:bodyPr/>
                    <a:lstStyle/>
                    <a:p>
                      <a:pPr indent="0" lvl="0" marL="0" marR="0" rtl="0" algn="l">
                        <a:lnSpc>
                          <a:spcPct val="100000"/>
                        </a:lnSpc>
                        <a:spcBef>
                          <a:spcPts val="0"/>
                        </a:spcBef>
                        <a:spcAft>
                          <a:spcPts val="0"/>
                        </a:spcAft>
                        <a:buClr>
                          <a:srgbClr val="000000"/>
                        </a:buClr>
                        <a:buSzPts val="1200"/>
                        <a:buFont typeface="Arial"/>
                        <a:buNone/>
                      </a:pPr>
                      <a:r>
                        <a:rPr b="1" lang="es-419" sz="1200" u="none" cap="none" strike="noStrike">
                          <a:latin typeface="Times New Roman"/>
                          <a:ea typeface="Times New Roman"/>
                          <a:cs typeface="Times New Roman"/>
                          <a:sym typeface="Times New Roman"/>
                        </a:rPr>
                        <a:t>Características:</a:t>
                      </a:r>
                      <a:endParaRPr b="1" sz="1200" u="none" cap="none" strike="noStrike">
                        <a:latin typeface="Times New Roman"/>
                        <a:ea typeface="Times New Roman"/>
                        <a:cs typeface="Times New Roman"/>
                        <a:sym typeface="Times New Roman"/>
                      </a:endParaRPr>
                    </a:p>
                  </a:txBody>
                  <a:tcPr marT="63500" marB="63500" marR="63500" marL="63500">
                    <a:lnL cap="flat" cmpd="sng" w="12700">
                      <a:solidFill>
                        <a:srgbClr val="B6D7A8"/>
                      </a:solidFill>
                      <a:prstDash val="solid"/>
                      <a:round/>
                      <a:headEnd len="sm" w="sm" type="none"/>
                      <a:tailEnd len="sm" w="sm" type="none"/>
                    </a:lnL>
                    <a:lnR cap="flat" cmpd="sng" w="12700">
                      <a:solidFill>
                        <a:srgbClr val="B6D7A8"/>
                      </a:solidFill>
                      <a:prstDash val="solid"/>
                      <a:round/>
                      <a:headEnd len="sm" w="sm" type="none"/>
                      <a:tailEnd len="sm" w="sm" type="none"/>
                    </a:lnR>
                    <a:lnT cap="flat" cmpd="sng" w="12700">
                      <a:solidFill>
                        <a:srgbClr val="B6D7A8"/>
                      </a:solidFill>
                      <a:prstDash val="solid"/>
                      <a:round/>
                      <a:headEnd len="sm" w="sm" type="none"/>
                      <a:tailEnd len="sm" w="sm" type="none"/>
                    </a:lnT>
                    <a:lnB cap="flat" cmpd="sng" w="12700">
                      <a:solidFill>
                        <a:srgbClr val="B6D7A8"/>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200"/>
                        <a:buFont typeface="Arial"/>
                        <a:buNone/>
                      </a:pPr>
                      <a:r>
                        <a:rPr lang="es-419" sz="1200" u="none" cap="none" strike="noStrike">
                          <a:latin typeface="Times New Roman"/>
                          <a:ea typeface="Times New Roman"/>
                          <a:cs typeface="Times New Roman"/>
                          <a:sym typeface="Times New Roman"/>
                        </a:rPr>
                        <a:t>La búsqueda debe permitir filtrar ventas por fecha, cliente, productos, estado, método de pago, rango de montos y empleado responsable.</a:t>
                      </a:r>
                      <a:endParaRPr sz="1200" u="none" cap="none" strike="noStrike">
                        <a:latin typeface="Times New Roman"/>
                        <a:ea typeface="Times New Roman"/>
                        <a:cs typeface="Times New Roman"/>
                        <a:sym typeface="Times New Roman"/>
                      </a:endParaRPr>
                    </a:p>
                  </a:txBody>
                  <a:tcPr marT="63500" marB="63500" marR="63500" marL="63500">
                    <a:lnL cap="flat" cmpd="sng" w="12700">
                      <a:solidFill>
                        <a:srgbClr val="B6D7A8"/>
                      </a:solidFill>
                      <a:prstDash val="solid"/>
                      <a:round/>
                      <a:headEnd len="sm" w="sm" type="none"/>
                      <a:tailEnd len="sm" w="sm" type="none"/>
                    </a:lnL>
                    <a:lnR cap="flat" cmpd="sng" w="12700">
                      <a:solidFill>
                        <a:srgbClr val="B6D7A8"/>
                      </a:solidFill>
                      <a:prstDash val="solid"/>
                      <a:round/>
                      <a:headEnd len="sm" w="sm" type="none"/>
                      <a:tailEnd len="sm" w="sm" type="none"/>
                    </a:lnR>
                    <a:lnT cap="flat" cmpd="sng" w="12700">
                      <a:solidFill>
                        <a:srgbClr val="B6D7A8"/>
                      </a:solidFill>
                      <a:prstDash val="solid"/>
                      <a:round/>
                      <a:headEnd len="sm" w="sm" type="none"/>
                      <a:tailEnd len="sm" w="sm" type="none"/>
                    </a:lnT>
                    <a:lnB cap="flat" cmpd="sng" w="12700">
                      <a:solidFill>
                        <a:srgbClr val="B6D7A8"/>
                      </a:solidFill>
                      <a:prstDash val="solid"/>
                      <a:round/>
                      <a:headEnd len="sm" w="sm" type="none"/>
                      <a:tailEnd len="sm" w="sm" type="none"/>
                    </a:lnB>
                  </a:tcPr>
                </a:tc>
              </a:tr>
              <a:tr h="469900">
                <a:tc>
                  <a:txBody>
                    <a:bodyPr/>
                    <a:lstStyle/>
                    <a:p>
                      <a:pPr indent="0" lvl="0" marL="0" marR="0" rtl="0" algn="l">
                        <a:lnSpc>
                          <a:spcPct val="100000"/>
                        </a:lnSpc>
                        <a:spcBef>
                          <a:spcPts val="0"/>
                        </a:spcBef>
                        <a:spcAft>
                          <a:spcPts val="0"/>
                        </a:spcAft>
                        <a:buClr>
                          <a:srgbClr val="000000"/>
                        </a:buClr>
                        <a:buSzPts val="1200"/>
                        <a:buFont typeface="Arial"/>
                        <a:buNone/>
                      </a:pPr>
                      <a:r>
                        <a:rPr b="1" lang="es-419" sz="1200" u="none" cap="none" strike="noStrike">
                          <a:latin typeface="Times New Roman"/>
                          <a:ea typeface="Times New Roman"/>
                          <a:cs typeface="Times New Roman"/>
                          <a:sym typeface="Times New Roman"/>
                        </a:rPr>
                        <a:t>Descripción del</a:t>
                      </a:r>
                      <a:endParaRPr b="1" sz="1200" u="none" cap="none" strike="noStrike">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200"/>
                        <a:buFont typeface="Arial"/>
                        <a:buNone/>
                      </a:pPr>
                      <a:r>
                        <a:rPr b="1" lang="es-419" sz="1200" u="none" cap="none" strike="noStrike">
                          <a:latin typeface="Times New Roman"/>
                          <a:ea typeface="Times New Roman"/>
                          <a:cs typeface="Times New Roman"/>
                          <a:sym typeface="Times New Roman"/>
                        </a:rPr>
                        <a:t>requerimiento:</a:t>
                      </a:r>
                      <a:endParaRPr b="1" sz="1200" u="none" cap="none" strike="noStrike">
                        <a:latin typeface="Times New Roman"/>
                        <a:ea typeface="Times New Roman"/>
                        <a:cs typeface="Times New Roman"/>
                        <a:sym typeface="Times New Roman"/>
                      </a:endParaRPr>
                    </a:p>
                  </a:txBody>
                  <a:tcPr marT="63500" marB="63500" marR="63500" marL="63500">
                    <a:lnL cap="flat" cmpd="sng" w="12700">
                      <a:solidFill>
                        <a:srgbClr val="B6D7A8"/>
                      </a:solidFill>
                      <a:prstDash val="solid"/>
                      <a:round/>
                      <a:headEnd len="sm" w="sm" type="none"/>
                      <a:tailEnd len="sm" w="sm" type="none"/>
                    </a:lnL>
                    <a:lnR cap="flat" cmpd="sng" w="12700">
                      <a:solidFill>
                        <a:srgbClr val="B6D7A8"/>
                      </a:solidFill>
                      <a:prstDash val="solid"/>
                      <a:round/>
                      <a:headEnd len="sm" w="sm" type="none"/>
                      <a:tailEnd len="sm" w="sm" type="none"/>
                    </a:lnR>
                    <a:lnT cap="flat" cmpd="sng" w="12700">
                      <a:solidFill>
                        <a:srgbClr val="B6D7A8"/>
                      </a:solidFill>
                      <a:prstDash val="solid"/>
                      <a:round/>
                      <a:headEnd len="sm" w="sm" type="none"/>
                      <a:tailEnd len="sm" w="sm" type="none"/>
                    </a:lnT>
                    <a:lnB cap="flat" cmpd="sng" w="12700">
                      <a:solidFill>
                        <a:srgbClr val="B6D7A8"/>
                      </a:solidFill>
                      <a:prstDash val="solid"/>
                      <a:round/>
                      <a:headEnd len="sm" w="sm" type="none"/>
                      <a:tailEnd len="sm" w="sm" type="none"/>
                    </a:lnB>
                    <a:solidFill>
                      <a:srgbClr val="D9EAD3"/>
                    </a:solidFill>
                  </a:tcPr>
                </a:tc>
                <a:tc>
                  <a:txBody>
                    <a:bodyPr/>
                    <a:lstStyle/>
                    <a:p>
                      <a:pPr indent="0" lvl="0" marL="0" marR="0" rtl="0" algn="l">
                        <a:lnSpc>
                          <a:spcPct val="115000"/>
                        </a:lnSpc>
                        <a:spcBef>
                          <a:spcPts val="0"/>
                        </a:spcBef>
                        <a:spcAft>
                          <a:spcPts val="0"/>
                        </a:spcAft>
                        <a:buClr>
                          <a:srgbClr val="000000"/>
                        </a:buClr>
                        <a:buSzPts val="1100"/>
                        <a:buFont typeface="Arial"/>
                        <a:buNone/>
                      </a:pPr>
                      <a:r>
                        <a:rPr lang="es-419" sz="1100" u="none" cap="none" strike="noStrike">
                          <a:latin typeface="Times New Roman"/>
                          <a:ea typeface="Times New Roman"/>
                          <a:cs typeface="Times New Roman"/>
                          <a:sym typeface="Times New Roman"/>
                        </a:rPr>
                        <a:t>El sistema debe proporcionar una funcionalidad de búsqueda avanzada que permita a los usuarios localizar ventas específicas mediante múltiples filtros.</a:t>
                      </a:r>
                      <a:endParaRPr sz="1200" u="none" cap="none" strike="noStrike">
                        <a:latin typeface="Times New Roman"/>
                        <a:ea typeface="Times New Roman"/>
                        <a:cs typeface="Times New Roman"/>
                        <a:sym typeface="Times New Roman"/>
                      </a:endParaRPr>
                    </a:p>
                  </a:txBody>
                  <a:tcPr marT="63500" marB="63500" marR="63500" marL="63500">
                    <a:lnL cap="flat" cmpd="sng" w="12700">
                      <a:solidFill>
                        <a:srgbClr val="B6D7A8"/>
                      </a:solidFill>
                      <a:prstDash val="solid"/>
                      <a:round/>
                      <a:headEnd len="sm" w="sm" type="none"/>
                      <a:tailEnd len="sm" w="sm" type="none"/>
                    </a:lnL>
                    <a:lnR cap="flat" cmpd="sng" w="12700">
                      <a:solidFill>
                        <a:srgbClr val="B6D7A8"/>
                      </a:solidFill>
                      <a:prstDash val="solid"/>
                      <a:round/>
                      <a:headEnd len="sm" w="sm" type="none"/>
                      <a:tailEnd len="sm" w="sm" type="none"/>
                    </a:lnR>
                    <a:lnT cap="flat" cmpd="sng" w="12700">
                      <a:solidFill>
                        <a:srgbClr val="B6D7A8"/>
                      </a:solidFill>
                      <a:prstDash val="solid"/>
                      <a:round/>
                      <a:headEnd len="sm" w="sm" type="none"/>
                      <a:tailEnd len="sm" w="sm" type="none"/>
                    </a:lnT>
                    <a:lnB cap="flat" cmpd="sng" w="12700">
                      <a:solidFill>
                        <a:srgbClr val="B6D7A8"/>
                      </a:solidFill>
                      <a:prstDash val="solid"/>
                      <a:round/>
                      <a:headEnd len="sm" w="sm" type="none"/>
                      <a:tailEnd len="sm" w="sm" type="none"/>
                    </a:lnB>
                    <a:solidFill>
                      <a:srgbClr val="D9EAD3"/>
                    </a:solidFill>
                  </a:tcPr>
                </a:tc>
              </a:tr>
              <a:tr h="469900">
                <a:tc>
                  <a:txBody>
                    <a:bodyPr/>
                    <a:lstStyle/>
                    <a:p>
                      <a:pPr indent="0" lvl="0" marL="0" marR="0" rtl="0" algn="l">
                        <a:lnSpc>
                          <a:spcPct val="100000"/>
                        </a:lnSpc>
                        <a:spcBef>
                          <a:spcPts val="0"/>
                        </a:spcBef>
                        <a:spcAft>
                          <a:spcPts val="0"/>
                        </a:spcAft>
                        <a:buClr>
                          <a:srgbClr val="000000"/>
                        </a:buClr>
                        <a:buSzPts val="1200"/>
                        <a:buFont typeface="Arial"/>
                        <a:buNone/>
                      </a:pPr>
                      <a:r>
                        <a:rPr b="1" lang="es-419" sz="1200" u="none" cap="none" strike="noStrike">
                          <a:latin typeface="Times New Roman"/>
                          <a:ea typeface="Times New Roman"/>
                          <a:cs typeface="Times New Roman"/>
                          <a:sym typeface="Times New Roman"/>
                        </a:rPr>
                        <a:t>Requerimientos</a:t>
                      </a:r>
                      <a:endParaRPr b="1" sz="1200" u="none" cap="none" strike="noStrike">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200"/>
                        <a:buFont typeface="Arial"/>
                        <a:buNone/>
                      </a:pPr>
                      <a:r>
                        <a:rPr b="1" lang="es-419" sz="1200" u="none" cap="none" strike="noStrike">
                          <a:latin typeface="Times New Roman"/>
                          <a:ea typeface="Times New Roman"/>
                          <a:cs typeface="Times New Roman"/>
                          <a:sym typeface="Times New Roman"/>
                        </a:rPr>
                        <a:t>no funcionales:</a:t>
                      </a:r>
                      <a:endParaRPr b="1" sz="1200" u="none" cap="none" strike="noStrike">
                        <a:latin typeface="Times New Roman"/>
                        <a:ea typeface="Times New Roman"/>
                        <a:cs typeface="Times New Roman"/>
                        <a:sym typeface="Times New Roman"/>
                      </a:endParaRPr>
                    </a:p>
                  </a:txBody>
                  <a:tcPr marT="63500" marB="63500" marR="63500" marL="63500">
                    <a:lnL cap="flat" cmpd="sng" w="12700">
                      <a:solidFill>
                        <a:srgbClr val="B6D7A8"/>
                      </a:solidFill>
                      <a:prstDash val="solid"/>
                      <a:round/>
                      <a:headEnd len="sm" w="sm" type="none"/>
                      <a:tailEnd len="sm" w="sm" type="none"/>
                    </a:lnL>
                    <a:lnR cap="flat" cmpd="sng" w="12700">
                      <a:solidFill>
                        <a:srgbClr val="B6D7A8"/>
                      </a:solidFill>
                      <a:prstDash val="solid"/>
                      <a:round/>
                      <a:headEnd len="sm" w="sm" type="none"/>
                      <a:tailEnd len="sm" w="sm" type="none"/>
                    </a:lnR>
                    <a:lnT cap="flat" cmpd="sng" w="12700">
                      <a:solidFill>
                        <a:srgbClr val="B6D7A8"/>
                      </a:solidFill>
                      <a:prstDash val="solid"/>
                      <a:round/>
                      <a:headEnd len="sm" w="sm" type="none"/>
                      <a:tailEnd len="sm" w="sm" type="none"/>
                    </a:lnT>
                    <a:lnB cap="flat" cmpd="sng" w="12700">
                      <a:solidFill>
                        <a:srgbClr val="B6D7A8"/>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200"/>
                        <a:buFont typeface="Arial"/>
                        <a:buNone/>
                      </a:pPr>
                      <a:r>
                        <a:rPr lang="es-419" sz="1200" u="none" cap="none" strike="noStrike">
                          <a:latin typeface="Times New Roman"/>
                          <a:ea typeface="Times New Roman"/>
                          <a:cs typeface="Times New Roman"/>
                          <a:sym typeface="Times New Roman"/>
                        </a:rPr>
                        <a:t>❖ RNF02</a:t>
                      </a:r>
                      <a:endParaRPr sz="1200" u="none" cap="none" strike="noStrike">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200"/>
                        <a:buFont typeface="Arial"/>
                        <a:buNone/>
                      </a:pPr>
                      <a:r>
                        <a:rPr lang="es-419" sz="1200" u="none" cap="none" strike="noStrike">
                          <a:latin typeface="Times New Roman"/>
                          <a:ea typeface="Times New Roman"/>
                          <a:cs typeface="Times New Roman"/>
                          <a:sym typeface="Times New Roman"/>
                        </a:rPr>
                        <a:t>❖ RNF06</a:t>
                      </a:r>
                      <a:endParaRPr sz="1200" u="none" cap="none" strike="noStrike">
                        <a:latin typeface="Times New Roman"/>
                        <a:ea typeface="Times New Roman"/>
                        <a:cs typeface="Times New Roman"/>
                        <a:sym typeface="Times New Roman"/>
                      </a:endParaRPr>
                    </a:p>
                  </a:txBody>
                  <a:tcPr marT="63500" marB="63500" marR="63500" marL="63500">
                    <a:lnL cap="flat" cmpd="sng" w="12700">
                      <a:solidFill>
                        <a:srgbClr val="B6D7A8"/>
                      </a:solidFill>
                      <a:prstDash val="solid"/>
                      <a:round/>
                      <a:headEnd len="sm" w="sm" type="none"/>
                      <a:tailEnd len="sm" w="sm" type="none"/>
                    </a:lnL>
                    <a:lnR cap="flat" cmpd="sng" w="12700">
                      <a:solidFill>
                        <a:srgbClr val="B6D7A8"/>
                      </a:solidFill>
                      <a:prstDash val="solid"/>
                      <a:round/>
                      <a:headEnd len="sm" w="sm" type="none"/>
                      <a:tailEnd len="sm" w="sm" type="none"/>
                    </a:lnR>
                    <a:lnT cap="flat" cmpd="sng" w="12700">
                      <a:solidFill>
                        <a:srgbClr val="B6D7A8"/>
                      </a:solidFill>
                      <a:prstDash val="solid"/>
                      <a:round/>
                      <a:headEnd len="sm" w="sm" type="none"/>
                      <a:tailEnd len="sm" w="sm" type="none"/>
                    </a:lnT>
                    <a:lnB cap="flat" cmpd="sng" w="12700">
                      <a:solidFill>
                        <a:srgbClr val="B6D7A8"/>
                      </a:solidFill>
                      <a:prstDash val="solid"/>
                      <a:round/>
                      <a:headEnd len="sm" w="sm" type="none"/>
                      <a:tailEnd len="sm" w="sm" type="none"/>
                    </a:lnB>
                  </a:tcPr>
                </a:tc>
              </a:tr>
              <a:tr h="469900">
                <a:tc>
                  <a:txBody>
                    <a:bodyPr/>
                    <a:lstStyle/>
                    <a:p>
                      <a:pPr indent="0" lvl="0" marL="0" marR="0" rtl="0" algn="l">
                        <a:lnSpc>
                          <a:spcPct val="100000"/>
                        </a:lnSpc>
                        <a:spcBef>
                          <a:spcPts val="0"/>
                        </a:spcBef>
                        <a:spcAft>
                          <a:spcPts val="0"/>
                        </a:spcAft>
                        <a:buClr>
                          <a:srgbClr val="000000"/>
                        </a:buClr>
                        <a:buSzPts val="1200"/>
                        <a:buFont typeface="Arial"/>
                        <a:buNone/>
                      </a:pPr>
                      <a:r>
                        <a:rPr b="1" lang="es-419" sz="1200" u="none" cap="none" strike="noStrike">
                          <a:latin typeface="Times New Roman"/>
                          <a:ea typeface="Times New Roman"/>
                          <a:cs typeface="Times New Roman"/>
                          <a:sym typeface="Times New Roman"/>
                        </a:rPr>
                        <a:t>Prioridad de</a:t>
                      </a:r>
                      <a:endParaRPr b="1" sz="1200" u="none" cap="none" strike="noStrike">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200"/>
                        <a:buFont typeface="Arial"/>
                        <a:buNone/>
                      </a:pPr>
                      <a:r>
                        <a:rPr b="1" lang="es-419" sz="1200" u="none" cap="none" strike="noStrike">
                          <a:latin typeface="Times New Roman"/>
                          <a:ea typeface="Times New Roman"/>
                          <a:cs typeface="Times New Roman"/>
                          <a:sym typeface="Times New Roman"/>
                        </a:rPr>
                        <a:t>requerimiento:</a:t>
                      </a:r>
                      <a:endParaRPr b="1" sz="1200" u="none" cap="none" strike="noStrike">
                        <a:latin typeface="Times New Roman"/>
                        <a:ea typeface="Times New Roman"/>
                        <a:cs typeface="Times New Roman"/>
                        <a:sym typeface="Times New Roman"/>
                      </a:endParaRPr>
                    </a:p>
                  </a:txBody>
                  <a:tcPr marT="63500" marB="63500" marR="63500" marL="63500">
                    <a:lnL cap="flat" cmpd="sng" w="12700">
                      <a:solidFill>
                        <a:srgbClr val="B6D7A8"/>
                      </a:solidFill>
                      <a:prstDash val="solid"/>
                      <a:round/>
                      <a:headEnd len="sm" w="sm" type="none"/>
                      <a:tailEnd len="sm" w="sm" type="none"/>
                    </a:lnL>
                    <a:lnR cap="flat" cmpd="sng" w="12700">
                      <a:solidFill>
                        <a:srgbClr val="B6D7A8"/>
                      </a:solidFill>
                      <a:prstDash val="solid"/>
                      <a:round/>
                      <a:headEnd len="sm" w="sm" type="none"/>
                      <a:tailEnd len="sm" w="sm" type="none"/>
                    </a:lnR>
                    <a:lnT cap="flat" cmpd="sng" w="12700">
                      <a:solidFill>
                        <a:srgbClr val="B6D7A8"/>
                      </a:solidFill>
                      <a:prstDash val="solid"/>
                      <a:round/>
                      <a:headEnd len="sm" w="sm" type="none"/>
                      <a:tailEnd len="sm" w="sm" type="none"/>
                    </a:lnT>
                    <a:lnB cap="flat" cmpd="sng" w="12700">
                      <a:solidFill>
                        <a:srgbClr val="B6D7A8"/>
                      </a:solidFill>
                      <a:prstDash val="solid"/>
                      <a:round/>
                      <a:headEnd len="sm" w="sm" type="none"/>
                      <a:tailEnd len="sm" w="sm" type="none"/>
                    </a:lnB>
                    <a:solidFill>
                      <a:srgbClr val="D9EAD3"/>
                    </a:solidFill>
                  </a:tcPr>
                </a:tc>
                <a:tc>
                  <a:txBody>
                    <a:bodyPr/>
                    <a:lstStyle/>
                    <a:p>
                      <a:pPr indent="0" lvl="0" marL="0" marR="0" rtl="0" algn="l">
                        <a:lnSpc>
                          <a:spcPct val="100000"/>
                        </a:lnSpc>
                        <a:spcBef>
                          <a:spcPts val="0"/>
                        </a:spcBef>
                        <a:spcAft>
                          <a:spcPts val="0"/>
                        </a:spcAft>
                        <a:buClr>
                          <a:srgbClr val="000000"/>
                        </a:buClr>
                        <a:buSzPts val="1200"/>
                        <a:buFont typeface="Arial"/>
                        <a:buNone/>
                      </a:pPr>
                      <a:r>
                        <a:rPr lang="es-419" sz="1200" u="none" cap="none" strike="noStrike">
                          <a:latin typeface="Times New Roman"/>
                          <a:ea typeface="Times New Roman"/>
                          <a:cs typeface="Times New Roman"/>
                          <a:sym typeface="Times New Roman"/>
                        </a:rPr>
                        <a:t>Alta</a:t>
                      </a:r>
                      <a:endParaRPr sz="1200" u="none" cap="none" strike="noStrike">
                        <a:latin typeface="Times New Roman"/>
                        <a:ea typeface="Times New Roman"/>
                        <a:cs typeface="Times New Roman"/>
                        <a:sym typeface="Times New Roman"/>
                      </a:endParaRPr>
                    </a:p>
                  </a:txBody>
                  <a:tcPr marT="63500" marB="63500" marR="63500" marL="63500">
                    <a:lnL cap="flat" cmpd="sng" w="12700">
                      <a:solidFill>
                        <a:srgbClr val="B6D7A8"/>
                      </a:solidFill>
                      <a:prstDash val="solid"/>
                      <a:round/>
                      <a:headEnd len="sm" w="sm" type="none"/>
                      <a:tailEnd len="sm" w="sm" type="none"/>
                    </a:lnL>
                    <a:lnR cap="flat" cmpd="sng" w="12700">
                      <a:solidFill>
                        <a:srgbClr val="B6D7A8"/>
                      </a:solidFill>
                      <a:prstDash val="solid"/>
                      <a:round/>
                      <a:headEnd len="sm" w="sm" type="none"/>
                      <a:tailEnd len="sm" w="sm" type="none"/>
                    </a:lnR>
                    <a:lnT cap="flat" cmpd="sng" w="12700">
                      <a:solidFill>
                        <a:srgbClr val="B6D7A8"/>
                      </a:solidFill>
                      <a:prstDash val="solid"/>
                      <a:round/>
                      <a:headEnd len="sm" w="sm" type="none"/>
                      <a:tailEnd len="sm" w="sm" type="none"/>
                    </a:lnT>
                    <a:lnB cap="flat" cmpd="sng" w="12700">
                      <a:solidFill>
                        <a:srgbClr val="B6D7A8"/>
                      </a:solidFill>
                      <a:prstDash val="solid"/>
                      <a:round/>
                      <a:headEnd len="sm" w="sm" type="none"/>
                      <a:tailEnd len="sm" w="sm" type="none"/>
                    </a:lnB>
                    <a:solidFill>
                      <a:srgbClr val="D9EAD3"/>
                    </a:solidFill>
                  </a:tcPr>
                </a:tc>
              </a:tr>
            </a:tbl>
          </a:graphicData>
        </a:graphic>
      </p:graphicFrame>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4" name="Shape 234"/>
        <p:cNvGrpSpPr/>
        <p:nvPr/>
      </p:nvGrpSpPr>
      <p:grpSpPr>
        <a:xfrm>
          <a:off x="0" y="0"/>
          <a:ext cx="0" cy="0"/>
          <a:chOff x="0" y="0"/>
          <a:chExt cx="0" cy="0"/>
        </a:xfrm>
      </p:grpSpPr>
      <p:graphicFrame>
        <p:nvGraphicFramePr>
          <p:cNvPr id="235" name="Google Shape;235;p29"/>
          <p:cNvGraphicFramePr/>
          <p:nvPr/>
        </p:nvGraphicFramePr>
        <p:xfrm>
          <a:off x="1416050" y="419100"/>
          <a:ext cx="3000000" cy="3000000"/>
        </p:xfrm>
        <a:graphic>
          <a:graphicData uri="http://schemas.openxmlformats.org/drawingml/2006/table">
            <a:tbl>
              <a:tblPr>
                <a:noFill/>
                <a:tableStyleId>{99F3DE70-1715-4968-B29D-26007897703B}</a:tableStyleId>
              </a:tblPr>
              <a:tblGrid>
                <a:gridCol w="1257300"/>
                <a:gridCol w="5054600"/>
              </a:tblGrid>
              <a:tr h="647700">
                <a:tc>
                  <a:txBody>
                    <a:bodyPr/>
                    <a:lstStyle/>
                    <a:p>
                      <a:pPr indent="0" lvl="0" marL="0" marR="0" rtl="0" algn="l">
                        <a:lnSpc>
                          <a:spcPct val="100000"/>
                        </a:lnSpc>
                        <a:spcBef>
                          <a:spcPts val="0"/>
                        </a:spcBef>
                        <a:spcAft>
                          <a:spcPts val="0"/>
                        </a:spcAft>
                        <a:buClr>
                          <a:srgbClr val="000000"/>
                        </a:buClr>
                        <a:buSzPts val="1200"/>
                        <a:buFont typeface="Arial"/>
                        <a:buNone/>
                      </a:pPr>
                      <a:r>
                        <a:rPr b="1" lang="es-419" sz="1200" u="none" cap="none" strike="noStrike">
                          <a:latin typeface="Times New Roman"/>
                          <a:ea typeface="Times New Roman"/>
                          <a:cs typeface="Times New Roman"/>
                          <a:sym typeface="Times New Roman"/>
                        </a:rPr>
                        <a:t>Identificación</a:t>
                      </a:r>
                      <a:endParaRPr b="1" sz="1200" u="none" cap="none" strike="noStrike">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200"/>
                        <a:buFont typeface="Arial"/>
                        <a:buNone/>
                      </a:pPr>
                      <a:r>
                        <a:rPr b="1" lang="es-419" sz="1200" u="none" cap="none" strike="noStrike">
                          <a:latin typeface="Times New Roman"/>
                          <a:ea typeface="Times New Roman"/>
                          <a:cs typeface="Times New Roman"/>
                          <a:sym typeface="Times New Roman"/>
                        </a:rPr>
                        <a:t>del</a:t>
                      </a:r>
                      <a:endParaRPr b="1" sz="1200" u="none" cap="none" strike="noStrike">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200"/>
                        <a:buFont typeface="Arial"/>
                        <a:buNone/>
                      </a:pPr>
                      <a:r>
                        <a:rPr b="1" lang="es-419" sz="1200" u="none" cap="none" strike="noStrike">
                          <a:latin typeface="Times New Roman"/>
                          <a:ea typeface="Times New Roman"/>
                          <a:cs typeface="Times New Roman"/>
                          <a:sym typeface="Times New Roman"/>
                        </a:rPr>
                        <a:t>requerimiento:</a:t>
                      </a:r>
                      <a:endParaRPr b="1" sz="1200" u="none" cap="none" strike="noStrike">
                        <a:latin typeface="Times New Roman"/>
                        <a:ea typeface="Times New Roman"/>
                        <a:cs typeface="Times New Roman"/>
                        <a:sym typeface="Times New Roman"/>
                      </a:endParaRPr>
                    </a:p>
                  </a:txBody>
                  <a:tcPr marT="63500" marB="63500" marR="63500" marL="63500">
                    <a:lnL cap="flat" cmpd="sng" w="12700">
                      <a:solidFill>
                        <a:srgbClr val="B6D7A8"/>
                      </a:solidFill>
                      <a:prstDash val="solid"/>
                      <a:round/>
                      <a:headEnd len="sm" w="sm" type="none"/>
                      <a:tailEnd len="sm" w="sm" type="none"/>
                    </a:lnL>
                    <a:lnR cap="flat" cmpd="sng" w="12700">
                      <a:solidFill>
                        <a:srgbClr val="B6D7A8"/>
                      </a:solidFill>
                      <a:prstDash val="solid"/>
                      <a:round/>
                      <a:headEnd len="sm" w="sm" type="none"/>
                      <a:tailEnd len="sm" w="sm" type="none"/>
                    </a:lnR>
                    <a:lnT cap="flat" cmpd="sng" w="12700">
                      <a:solidFill>
                        <a:srgbClr val="B6D7A8"/>
                      </a:solidFill>
                      <a:prstDash val="solid"/>
                      <a:round/>
                      <a:headEnd len="sm" w="sm" type="none"/>
                      <a:tailEnd len="sm" w="sm" type="none"/>
                    </a:lnT>
                    <a:lnB cap="flat" cmpd="sng" w="12700">
                      <a:solidFill>
                        <a:srgbClr val="B6D7A8"/>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200"/>
                        <a:buFont typeface="Arial"/>
                        <a:buNone/>
                      </a:pPr>
                      <a:r>
                        <a:rPr lang="es-419" sz="1200" u="none" cap="none" strike="noStrike">
                          <a:latin typeface="Times New Roman"/>
                          <a:ea typeface="Times New Roman"/>
                          <a:cs typeface="Times New Roman"/>
                          <a:sym typeface="Times New Roman"/>
                        </a:rPr>
                        <a:t>RF014</a:t>
                      </a:r>
                      <a:endParaRPr sz="1200" u="none" cap="none" strike="noStrike">
                        <a:latin typeface="Times New Roman"/>
                        <a:ea typeface="Times New Roman"/>
                        <a:cs typeface="Times New Roman"/>
                        <a:sym typeface="Times New Roman"/>
                      </a:endParaRPr>
                    </a:p>
                  </a:txBody>
                  <a:tcPr marT="63500" marB="63500" marR="63500" marL="63500">
                    <a:lnL cap="flat" cmpd="sng" w="12700">
                      <a:solidFill>
                        <a:srgbClr val="B6D7A8"/>
                      </a:solidFill>
                      <a:prstDash val="solid"/>
                      <a:round/>
                      <a:headEnd len="sm" w="sm" type="none"/>
                      <a:tailEnd len="sm" w="sm" type="none"/>
                    </a:lnL>
                    <a:lnR cap="flat" cmpd="sng" w="12700">
                      <a:solidFill>
                        <a:srgbClr val="B6D7A8"/>
                      </a:solidFill>
                      <a:prstDash val="solid"/>
                      <a:round/>
                      <a:headEnd len="sm" w="sm" type="none"/>
                      <a:tailEnd len="sm" w="sm" type="none"/>
                    </a:lnR>
                    <a:lnT cap="flat" cmpd="sng" w="12700">
                      <a:solidFill>
                        <a:srgbClr val="B6D7A8"/>
                      </a:solidFill>
                      <a:prstDash val="solid"/>
                      <a:round/>
                      <a:headEnd len="sm" w="sm" type="none"/>
                      <a:tailEnd len="sm" w="sm" type="none"/>
                    </a:lnT>
                    <a:lnB cap="flat" cmpd="sng" w="12700">
                      <a:solidFill>
                        <a:srgbClr val="B6D7A8"/>
                      </a:solidFill>
                      <a:prstDash val="solid"/>
                      <a:round/>
                      <a:headEnd len="sm" w="sm" type="none"/>
                      <a:tailEnd len="sm" w="sm" type="none"/>
                    </a:lnB>
                  </a:tcPr>
                </a:tc>
              </a:tr>
              <a:tr h="495300">
                <a:tc>
                  <a:txBody>
                    <a:bodyPr/>
                    <a:lstStyle/>
                    <a:p>
                      <a:pPr indent="0" lvl="0" marL="0" marR="0" rtl="0" algn="l">
                        <a:lnSpc>
                          <a:spcPct val="100000"/>
                        </a:lnSpc>
                        <a:spcBef>
                          <a:spcPts val="0"/>
                        </a:spcBef>
                        <a:spcAft>
                          <a:spcPts val="0"/>
                        </a:spcAft>
                        <a:buClr>
                          <a:srgbClr val="000000"/>
                        </a:buClr>
                        <a:buSzPts val="1200"/>
                        <a:buFont typeface="Arial"/>
                        <a:buNone/>
                      </a:pPr>
                      <a:r>
                        <a:rPr b="1" lang="es-419" sz="1200" u="none" cap="none" strike="noStrike">
                          <a:latin typeface="Times New Roman"/>
                          <a:ea typeface="Times New Roman"/>
                          <a:cs typeface="Times New Roman"/>
                          <a:sym typeface="Times New Roman"/>
                        </a:rPr>
                        <a:t>Nombre del</a:t>
                      </a:r>
                      <a:endParaRPr b="1" sz="1200" u="none" cap="none" strike="noStrike">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200"/>
                        <a:buFont typeface="Arial"/>
                        <a:buNone/>
                      </a:pPr>
                      <a:r>
                        <a:rPr b="1" lang="es-419" sz="1200" u="none" cap="none" strike="noStrike">
                          <a:latin typeface="Times New Roman"/>
                          <a:ea typeface="Times New Roman"/>
                          <a:cs typeface="Times New Roman"/>
                          <a:sym typeface="Times New Roman"/>
                        </a:rPr>
                        <a:t>requerimiento:</a:t>
                      </a:r>
                      <a:endParaRPr b="1" sz="1200" u="none" cap="none" strike="noStrike">
                        <a:latin typeface="Times New Roman"/>
                        <a:ea typeface="Times New Roman"/>
                        <a:cs typeface="Times New Roman"/>
                        <a:sym typeface="Times New Roman"/>
                      </a:endParaRPr>
                    </a:p>
                  </a:txBody>
                  <a:tcPr marT="63500" marB="63500" marR="63500" marL="63500">
                    <a:lnL cap="flat" cmpd="sng" w="12700">
                      <a:solidFill>
                        <a:srgbClr val="B6D7A8"/>
                      </a:solidFill>
                      <a:prstDash val="solid"/>
                      <a:round/>
                      <a:headEnd len="sm" w="sm" type="none"/>
                      <a:tailEnd len="sm" w="sm" type="none"/>
                    </a:lnL>
                    <a:lnR cap="flat" cmpd="sng" w="12700">
                      <a:solidFill>
                        <a:srgbClr val="B6D7A8"/>
                      </a:solidFill>
                      <a:prstDash val="solid"/>
                      <a:round/>
                      <a:headEnd len="sm" w="sm" type="none"/>
                      <a:tailEnd len="sm" w="sm" type="none"/>
                    </a:lnR>
                    <a:lnT cap="flat" cmpd="sng" w="12700">
                      <a:solidFill>
                        <a:srgbClr val="B6D7A8"/>
                      </a:solidFill>
                      <a:prstDash val="solid"/>
                      <a:round/>
                      <a:headEnd len="sm" w="sm" type="none"/>
                      <a:tailEnd len="sm" w="sm" type="none"/>
                    </a:lnT>
                    <a:lnB cap="flat" cmpd="sng" w="12700">
                      <a:solidFill>
                        <a:srgbClr val="B6D7A8"/>
                      </a:solidFill>
                      <a:prstDash val="solid"/>
                      <a:round/>
                      <a:headEnd len="sm" w="sm" type="none"/>
                      <a:tailEnd len="sm" w="sm" type="none"/>
                    </a:lnB>
                    <a:solidFill>
                      <a:srgbClr val="D9EAD3"/>
                    </a:solidFill>
                  </a:tcPr>
                </a:tc>
                <a:tc>
                  <a:txBody>
                    <a:bodyPr/>
                    <a:lstStyle/>
                    <a:p>
                      <a:pPr indent="0" lvl="0" marL="0" marR="0" rtl="0" algn="l">
                        <a:lnSpc>
                          <a:spcPct val="115000"/>
                        </a:lnSpc>
                        <a:spcBef>
                          <a:spcPts val="0"/>
                        </a:spcBef>
                        <a:spcAft>
                          <a:spcPts val="0"/>
                        </a:spcAft>
                        <a:buClr>
                          <a:srgbClr val="000000"/>
                        </a:buClr>
                        <a:buSzPts val="1200"/>
                        <a:buFont typeface="Arial"/>
                        <a:buNone/>
                      </a:pPr>
                      <a:r>
                        <a:rPr b="1" lang="es-419" sz="1200" u="none" cap="none" strike="noStrike">
                          <a:latin typeface="Times New Roman"/>
                          <a:ea typeface="Times New Roman"/>
                          <a:cs typeface="Times New Roman"/>
                          <a:sym typeface="Times New Roman"/>
                        </a:rPr>
                        <a:t>Generación de reportes</a:t>
                      </a:r>
                      <a:endParaRPr b="1" sz="1200" u="none" cap="none" strike="noStrike">
                        <a:latin typeface="Times New Roman"/>
                        <a:ea typeface="Times New Roman"/>
                        <a:cs typeface="Times New Roman"/>
                        <a:sym typeface="Times New Roman"/>
                      </a:endParaRPr>
                    </a:p>
                    <a:p>
                      <a:pPr indent="0" lvl="0" marL="0" marR="0" rtl="0" algn="l">
                        <a:lnSpc>
                          <a:spcPct val="115000"/>
                        </a:lnSpc>
                        <a:spcBef>
                          <a:spcPts val="1200"/>
                        </a:spcBef>
                        <a:spcAft>
                          <a:spcPts val="0"/>
                        </a:spcAft>
                        <a:buClr>
                          <a:srgbClr val="000000"/>
                        </a:buClr>
                        <a:buSzPts val="1100"/>
                        <a:buFont typeface="Arial"/>
                        <a:buNone/>
                      </a:pPr>
                      <a:r>
                        <a:t/>
                      </a:r>
                      <a:endParaRPr b="1" sz="1100" u="none" cap="none" strike="noStrike">
                        <a:latin typeface="Times New Roman"/>
                        <a:ea typeface="Times New Roman"/>
                        <a:cs typeface="Times New Roman"/>
                        <a:sym typeface="Times New Roman"/>
                      </a:endParaRPr>
                    </a:p>
                  </a:txBody>
                  <a:tcPr marT="63500" marB="63500" marR="63500" marL="63500">
                    <a:lnL cap="flat" cmpd="sng" w="12700">
                      <a:solidFill>
                        <a:srgbClr val="B6D7A8"/>
                      </a:solidFill>
                      <a:prstDash val="solid"/>
                      <a:round/>
                      <a:headEnd len="sm" w="sm" type="none"/>
                      <a:tailEnd len="sm" w="sm" type="none"/>
                    </a:lnL>
                    <a:lnR cap="flat" cmpd="sng" w="12700">
                      <a:solidFill>
                        <a:srgbClr val="B6D7A8"/>
                      </a:solidFill>
                      <a:prstDash val="solid"/>
                      <a:round/>
                      <a:headEnd len="sm" w="sm" type="none"/>
                      <a:tailEnd len="sm" w="sm" type="none"/>
                    </a:lnR>
                    <a:lnT cap="flat" cmpd="sng" w="12700">
                      <a:solidFill>
                        <a:srgbClr val="B6D7A8"/>
                      </a:solidFill>
                      <a:prstDash val="solid"/>
                      <a:round/>
                      <a:headEnd len="sm" w="sm" type="none"/>
                      <a:tailEnd len="sm" w="sm" type="none"/>
                    </a:lnT>
                    <a:lnB cap="flat" cmpd="sng" w="12700">
                      <a:solidFill>
                        <a:srgbClr val="B6D7A8"/>
                      </a:solidFill>
                      <a:prstDash val="solid"/>
                      <a:round/>
                      <a:headEnd len="sm" w="sm" type="none"/>
                      <a:tailEnd len="sm" w="sm" type="none"/>
                    </a:lnB>
                    <a:solidFill>
                      <a:srgbClr val="D9EAD3"/>
                    </a:solidFill>
                  </a:tcPr>
                </a:tc>
              </a:tr>
              <a:tr h="304800">
                <a:tc>
                  <a:txBody>
                    <a:bodyPr/>
                    <a:lstStyle/>
                    <a:p>
                      <a:pPr indent="0" lvl="0" marL="0" marR="0" rtl="0" algn="l">
                        <a:lnSpc>
                          <a:spcPct val="100000"/>
                        </a:lnSpc>
                        <a:spcBef>
                          <a:spcPts val="0"/>
                        </a:spcBef>
                        <a:spcAft>
                          <a:spcPts val="0"/>
                        </a:spcAft>
                        <a:buClr>
                          <a:srgbClr val="000000"/>
                        </a:buClr>
                        <a:buSzPts val="1200"/>
                        <a:buFont typeface="Arial"/>
                        <a:buNone/>
                      </a:pPr>
                      <a:r>
                        <a:rPr b="1" lang="es-419" sz="1200" u="none" cap="none" strike="noStrike">
                          <a:latin typeface="Times New Roman"/>
                          <a:ea typeface="Times New Roman"/>
                          <a:cs typeface="Times New Roman"/>
                          <a:sym typeface="Times New Roman"/>
                        </a:rPr>
                        <a:t>Características:</a:t>
                      </a:r>
                      <a:endParaRPr b="1" sz="1200" u="none" cap="none" strike="noStrike">
                        <a:latin typeface="Times New Roman"/>
                        <a:ea typeface="Times New Roman"/>
                        <a:cs typeface="Times New Roman"/>
                        <a:sym typeface="Times New Roman"/>
                      </a:endParaRPr>
                    </a:p>
                  </a:txBody>
                  <a:tcPr marT="63500" marB="63500" marR="63500" marL="63500">
                    <a:lnL cap="flat" cmpd="sng" w="12700">
                      <a:solidFill>
                        <a:srgbClr val="B6D7A8"/>
                      </a:solidFill>
                      <a:prstDash val="solid"/>
                      <a:round/>
                      <a:headEnd len="sm" w="sm" type="none"/>
                      <a:tailEnd len="sm" w="sm" type="none"/>
                    </a:lnL>
                    <a:lnR cap="flat" cmpd="sng" w="12700">
                      <a:solidFill>
                        <a:srgbClr val="B6D7A8"/>
                      </a:solidFill>
                      <a:prstDash val="solid"/>
                      <a:round/>
                      <a:headEnd len="sm" w="sm" type="none"/>
                      <a:tailEnd len="sm" w="sm" type="none"/>
                    </a:lnR>
                    <a:lnT cap="flat" cmpd="sng" w="12700">
                      <a:solidFill>
                        <a:srgbClr val="B6D7A8"/>
                      </a:solidFill>
                      <a:prstDash val="solid"/>
                      <a:round/>
                      <a:headEnd len="sm" w="sm" type="none"/>
                      <a:tailEnd len="sm" w="sm" type="none"/>
                    </a:lnT>
                    <a:lnB cap="flat" cmpd="sng" w="12700">
                      <a:solidFill>
                        <a:srgbClr val="B6D7A8"/>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200"/>
                        <a:buFont typeface="Arial"/>
                        <a:buNone/>
                      </a:pPr>
                      <a:r>
                        <a:rPr lang="es-419" sz="1200" u="none" cap="none" strike="noStrike">
                          <a:latin typeface="Times New Roman"/>
                          <a:ea typeface="Times New Roman"/>
                          <a:cs typeface="Times New Roman"/>
                          <a:sym typeface="Times New Roman"/>
                        </a:rPr>
                        <a:t>El sistema debe permitir generar y exportar reportes detallados de ventas, productos más vendidos, ingresos por períodos, clientes frecuentes y desempeño comercial.</a:t>
                      </a:r>
                      <a:endParaRPr sz="1200" u="none" cap="none" strike="noStrike">
                        <a:latin typeface="Times New Roman"/>
                        <a:ea typeface="Times New Roman"/>
                        <a:cs typeface="Times New Roman"/>
                        <a:sym typeface="Times New Roman"/>
                      </a:endParaRPr>
                    </a:p>
                  </a:txBody>
                  <a:tcPr marT="63500" marB="63500" marR="63500" marL="63500">
                    <a:lnL cap="flat" cmpd="sng" w="12700">
                      <a:solidFill>
                        <a:srgbClr val="B6D7A8"/>
                      </a:solidFill>
                      <a:prstDash val="solid"/>
                      <a:round/>
                      <a:headEnd len="sm" w="sm" type="none"/>
                      <a:tailEnd len="sm" w="sm" type="none"/>
                    </a:lnL>
                    <a:lnR cap="flat" cmpd="sng" w="12700">
                      <a:solidFill>
                        <a:srgbClr val="B6D7A8"/>
                      </a:solidFill>
                      <a:prstDash val="solid"/>
                      <a:round/>
                      <a:headEnd len="sm" w="sm" type="none"/>
                      <a:tailEnd len="sm" w="sm" type="none"/>
                    </a:lnR>
                    <a:lnT cap="flat" cmpd="sng" w="12700">
                      <a:solidFill>
                        <a:srgbClr val="B6D7A8"/>
                      </a:solidFill>
                      <a:prstDash val="solid"/>
                      <a:round/>
                      <a:headEnd len="sm" w="sm" type="none"/>
                      <a:tailEnd len="sm" w="sm" type="none"/>
                    </a:lnT>
                    <a:lnB cap="flat" cmpd="sng" w="12700">
                      <a:solidFill>
                        <a:srgbClr val="B6D7A8"/>
                      </a:solidFill>
                      <a:prstDash val="solid"/>
                      <a:round/>
                      <a:headEnd len="sm" w="sm" type="none"/>
                      <a:tailEnd len="sm" w="sm" type="none"/>
                    </a:lnB>
                  </a:tcPr>
                </a:tc>
              </a:tr>
              <a:tr h="469900">
                <a:tc>
                  <a:txBody>
                    <a:bodyPr/>
                    <a:lstStyle/>
                    <a:p>
                      <a:pPr indent="0" lvl="0" marL="0" marR="0" rtl="0" algn="l">
                        <a:lnSpc>
                          <a:spcPct val="100000"/>
                        </a:lnSpc>
                        <a:spcBef>
                          <a:spcPts val="0"/>
                        </a:spcBef>
                        <a:spcAft>
                          <a:spcPts val="0"/>
                        </a:spcAft>
                        <a:buClr>
                          <a:srgbClr val="000000"/>
                        </a:buClr>
                        <a:buSzPts val="1200"/>
                        <a:buFont typeface="Arial"/>
                        <a:buNone/>
                      </a:pPr>
                      <a:r>
                        <a:rPr b="1" lang="es-419" sz="1200" u="none" cap="none" strike="noStrike">
                          <a:latin typeface="Times New Roman"/>
                          <a:ea typeface="Times New Roman"/>
                          <a:cs typeface="Times New Roman"/>
                          <a:sym typeface="Times New Roman"/>
                        </a:rPr>
                        <a:t>Descripción del</a:t>
                      </a:r>
                      <a:endParaRPr b="1" sz="1200" u="none" cap="none" strike="noStrike">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200"/>
                        <a:buFont typeface="Arial"/>
                        <a:buNone/>
                      </a:pPr>
                      <a:r>
                        <a:rPr b="1" lang="es-419" sz="1200" u="none" cap="none" strike="noStrike">
                          <a:latin typeface="Times New Roman"/>
                          <a:ea typeface="Times New Roman"/>
                          <a:cs typeface="Times New Roman"/>
                          <a:sym typeface="Times New Roman"/>
                        </a:rPr>
                        <a:t>requerimiento:</a:t>
                      </a:r>
                      <a:endParaRPr b="1" sz="1200" u="none" cap="none" strike="noStrike">
                        <a:latin typeface="Times New Roman"/>
                        <a:ea typeface="Times New Roman"/>
                        <a:cs typeface="Times New Roman"/>
                        <a:sym typeface="Times New Roman"/>
                      </a:endParaRPr>
                    </a:p>
                  </a:txBody>
                  <a:tcPr marT="63500" marB="63500" marR="63500" marL="63500">
                    <a:lnL cap="flat" cmpd="sng" w="12700">
                      <a:solidFill>
                        <a:srgbClr val="B6D7A8"/>
                      </a:solidFill>
                      <a:prstDash val="solid"/>
                      <a:round/>
                      <a:headEnd len="sm" w="sm" type="none"/>
                      <a:tailEnd len="sm" w="sm" type="none"/>
                    </a:lnL>
                    <a:lnR cap="flat" cmpd="sng" w="12700">
                      <a:solidFill>
                        <a:srgbClr val="B6D7A8"/>
                      </a:solidFill>
                      <a:prstDash val="solid"/>
                      <a:round/>
                      <a:headEnd len="sm" w="sm" type="none"/>
                      <a:tailEnd len="sm" w="sm" type="none"/>
                    </a:lnR>
                    <a:lnT cap="flat" cmpd="sng" w="12700">
                      <a:solidFill>
                        <a:srgbClr val="B6D7A8"/>
                      </a:solidFill>
                      <a:prstDash val="solid"/>
                      <a:round/>
                      <a:headEnd len="sm" w="sm" type="none"/>
                      <a:tailEnd len="sm" w="sm" type="none"/>
                    </a:lnT>
                    <a:lnB cap="flat" cmpd="sng" w="12700">
                      <a:solidFill>
                        <a:srgbClr val="B6D7A8"/>
                      </a:solidFill>
                      <a:prstDash val="solid"/>
                      <a:round/>
                      <a:headEnd len="sm" w="sm" type="none"/>
                      <a:tailEnd len="sm" w="sm" type="none"/>
                    </a:lnB>
                    <a:solidFill>
                      <a:srgbClr val="D9EAD3"/>
                    </a:solidFill>
                  </a:tcPr>
                </a:tc>
                <a:tc>
                  <a:txBody>
                    <a:bodyPr/>
                    <a:lstStyle/>
                    <a:p>
                      <a:pPr indent="0" lvl="0" marL="0" marR="0" rtl="0" algn="l">
                        <a:lnSpc>
                          <a:spcPct val="115000"/>
                        </a:lnSpc>
                        <a:spcBef>
                          <a:spcPts val="0"/>
                        </a:spcBef>
                        <a:spcAft>
                          <a:spcPts val="0"/>
                        </a:spcAft>
                        <a:buClr>
                          <a:srgbClr val="000000"/>
                        </a:buClr>
                        <a:buSzPts val="1100"/>
                        <a:buFont typeface="Arial"/>
                        <a:buNone/>
                      </a:pPr>
                      <a:r>
                        <a:rPr lang="es-419" sz="1100" u="none" cap="none" strike="noStrike">
                          <a:latin typeface="Times New Roman"/>
                          <a:ea typeface="Times New Roman"/>
                          <a:cs typeface="Times New Roman"/>
                          <a:sym typeface="Times New Roman"/>
                        </a:rPr>
                        <a:t>El sistema debe generar reportes automáticos con filtros configurables (por cliente, producto, período, estado, etc.) y permitir su exportación a formatos como PDF y Excel para análisis externo.</a:t>
                      </a:r>
                      <a:endParaRPr sz="1200" u="none" cap="none" strike="noStrike">
                        <a:latin typeface="Times New Roman"/>
                        <a:ea typeface="Times New Roman"/>
                        <a:cs typeface="Times New Roman"/>
                        <a:sym typeface="Times New Roman"/>
                      </a:endParaRPr>
                    </a:p>
                  </a:txBody>
                  <a:tcPr marT="63500" marB="63500" marR="63500" marL="63500">
                    <a:lnL cap="flat" cmpd="sng" w="12700">
                      <a:solidFill>
                        <a:srgbClr val="B6D7A8"/>
                      </a:solidFill>
                      <a:prstDash val="solid"/>
                      <a:round/>
                      <a:headEnd len="sm" w="sm" type="none"/>
                      <a:tailEnd len="sm" w="sm" type="none"/>
                    </a:lnL>
                    <a:lnR cap="flat" cmpd="sng" w="12700">
                      <a:solidFill>
                        <a:srgbClr val="B6D7A8"/>
                      </a:solidFill>
                      <a:prstDash val="solid"/>
                      <a:round/>
                      <a:headEnd len="sm" w="sm" type="none"/>
                      <a:tailEnd len="sm" w="sm" type="none"/>
                    </a:lnR>
                    <a:lnT cap="flat" cmpd="sng" w="12700">
                      <a:solidFill>
                        <a:srgbClr val="B6D7A8"/>
                      </a:solidFill>
                      <a:prstDash val="solid"/>
                      <a:round/>
                      <a:headEnd len="sm" w="sm" type="none"/>
                      <a:tailEnd len="sm" w="sm" type="none"/>
                    </a:lnT>
                    <a:lnB cap="flat" cmpd="sng" w="12700">
                      <a:solidFill>
                        <a:srgbClr val="B6D7A8"/>
                      </a:solidFill>
                      <a:prstDash val="solid"/>
                      <a:round/>
                      <a:headEnd len="sm" w="sm" type="none"/>
                      <a:tailEnd len="sm" w="sm" type="none"/>
                    </a:lnB>
                    <a:solidFill>
                      <a:srgbClr val="D9EAD3"/>
                    </a:solidFill>
                  </a:tcPr>
                </a:tc>
              </a:tr>
              <a:tr h="469900">
                <a:tc>
                  <a:txBody>
                    <a:bodyPr/>
                    <a:lstStyle/>
                    <a:p>
                      <a:pPr indent="0" lvl="0" marL="0" marR="0" rtl="0" algn="l">
                        <a:lnSpc>
                          <a:spcPct val="100000"/>
                        </a:lnSpc>
                        <a:spcBef>
                          <a:spcPts val="0"/>
                        </a:spcBef>
                        <a:spcAft>
                          <a:spcPts val="0"/>
                        </a:spcAft>
                        <a:buClr>
                          <a:srgbClr val="000000"/>
                        </a:buClr>
                        <a:buSzPts val="1200"/>
                        <a:buFont typeface="Arial"/>
                        <a:buNone/>
                      </a:pPr>
                      <a:r>
                        <a:rPr b="1" lang="es-419" sz="1200" u="none" cap="none" strike="noStrike">
                          <a:latin typeface="Times New Roman"/>
                          <a:ea typeface="Times New Roman"/>
                          <a:cs typeface="Times New Roman"/>
                          <a:sym typeface="Times New Roman"/>
                        </a:rPr>
                        <a:t>Requerimientos</a:t>
                      </a:r>
                      <a:endParaRPr b="1" sz="1200" u="none" cap="none" strike="noStrike">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200"/>
                        <a:buFont typeface="Arial"/>
                        <a:buNone/>
                      </a:pPr>
                      <a:r>
                        <a:rPr b="1" lang="es-419" sz="1200" u="none" cap="none" strike="noStrike">
                          <a:latin typeface="Times New Roman"/>
                          <a:ea typeface="Times New Roman"/>
                          <a:cs typeface="Times New Roman"/>
                          <a:sym typeface="Times New Roman"/>
                        </a:rPr>
                        <a:t>no funcionales:</a:t>
                      </a:r>
                      <a:endParaRPr b="1" sz="1200" u="none" cap="none" strike="noStrike">
                        <a:latin typeface="Times New Roman"/>
                        <a:ea typeface="Times New Roman"/>
                        <a:cs typeface="Times New Roman"/>
                        <a:sym typeface="Times New Roman"/>
                      </a:endParaRPr>
                    </a:p>
                  </a:txBody>
                  <a:tcPr marT="63500" marB="63500" marR="63500" marL="63500">
                    <a:lnL cap="flat" cmpd="sng" w="12700">
                      <a:solidFill>
                        <a:srgbClr val="B6D7A8"/>
                      </a:solidFill>
                      <a:prstDash val="solid"/>
                      <a:round/>
                      <a:headEnd len="sm" w="sm" type="none"/>
                      <a:tailEnd len="sm" w="sm" type="none"/>
                    </a:lnL>
                    <a:lnR cap="flat" cmpd="sng" w="12700">
                      <a:solidFill>
                        <a:srgbClr val="B6D7A8"/>
                      </a:solidFill>
                      <a:prstDash val="solid"/>
                      <a:round/>
                      <a:headEnd len="sm" w="sm" type="none"/>
                      <a:tailEnd len="sm" w="sm" type="none"/>
                    </a:lnR>
                    <a:lnT cap="flat" cmpd="sng" w="12700">
                      <a:solidFill>
                        <a:srgbClr val="B6D7A8"/>
                      </a:solidFill>
                      <a:prstDash val="solid"/>
                      <a:round/>
                      <a:headEnd len="sm" w="sm" type="none"/>
                      <a:tailEnd len="sm" w="sm" type="none"/>
                    </a:lnT>
                    <a:lnB cap="flat" cmpd="sng" w="12700">
                      <a:solidFill>
                        <a:srgbClr val="B6D7A8"/>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200"/>
                        <a:buFont typeface="Arial"/>
                        <a:buNone/>
                      </a:pPr>
                      <a:r>
                        <a:rPr lang="es-419" sz="1200" u="none" cap="none" strike="noStrike">
                          <a:latin typeface="Times New Roman"/>
                          <a:ea typeface="Times New Roman"/>
                          <a:cs typeface="Times New Roman"/>
                          <a:sym typeface="Times New Roman"/>
                        </a:rPr>
                        <a:t>❖ RNF01</a:t>
                      </a:r>
                      <a:endParaRPr sz="1200" u="none" cap="none" strike="noStrike">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200"/>
                        <a:buFont typeface="Arial"/>
                        <a:buNone/>
                      </a:pPr>
                      <a:r>
                        <a:rPr lang="es-419" sz="1200" u="none" cap="none" strike="noStrike">
                          <a:latin typeface="Times New Roman"/>
                          <a:ea typeface="Times New Roman"/>
                          <a:cs typeface="Times New Roman"/>
                          <a:sym typeface="Times New Roman"/>
                        </a:rPr>
                        <a:t>❖ RNF02</a:t>
                      </a:r>
                      <a:endParaRPr sz="1200" u="none" cap="none" strike="noStrike">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200"/>
                        <a:buFont typeface="Arial"/>
                        <a:buNone/>
                      </a:pPr>
                      <a:r>
                        <a:rPr lang="es-419" sz="1200" u="none" cap="none" strike="noStrike">
                          <a:latin typeface="Times New Roman"/>
                          <a:ea typeface="Times New Roman"/>
                          <a:cs typeface="Times New Roman"/>
                          <a:sym typeface="Times New Roman"/>
                        </a:rPr>
                        <a:t>❖ RNF06</a:t>
                      </a:r>
                      <a:endParaRPr sz="1200" u="none" cap="none" strike="noStrike">
                        <a:latin typeface="Times New Roman"/>
                        <a:ea typeface="Times New Roman"/>
                        <a:cs typeface="Times New Roman"/>
                        <a:sym typeface="Times New Roman"/>
                      </a:endParaRPr>
                    </a:p>
                  </a:txBody>
                  <a:tcPr marT="63500" marB="63500" marR="63500" marL="63500">
                    <a:lnL cap="flat" cmpd="sng" w="12700">
                      <a:solidFill>
                        <a:srgbClr val="B6D7A8"/>
                      </a:solidFill>
                      <a:prstDash val="solid"/>
                      <a:round/>
                      <a:headEnd len="sm" w="sm" type="none"/>
                      <a:tailEnd len="sm" w="sm" type="none"/>
                    </a:lnL>
                    <a:lnR cap="flat" cmpd="sng" w="12700">
                      <a:solidFill>
                        <a:srgbClr val="B6D7A8"/>
                      </a:solidFill>
                      <a:prstDash val="solid"/>
                      <a:round/>
                      <a:headEnd len="sm" w="sm" type="none"/>
                      <a:tailEnd len="sm" w="sm" type="none"/>
                    </a:lnR>
                    <a:lnT cap="flat" cmpd="sng" w="12700">
                      <a:solidFill>
                        <a:srgbClr val="B6D7A8"/>
                      </a:solidFill>
                      <a:prstDash val="solid"/>
                      <a:round/>
                      <a:headEnd len="sm" w="sm" type="none"/>
                      <a:tailEnd len="sm" w="sm" type="none"/>
                    </a:lnT>
                    <a:lnB cap="flat" cmpd="sng" w="12700">
                      <a:solidFill>
                        <a:srgbClr val="B6D7A8"/>
                      </a:solidFill>
                      <a:prstDash val="solid"/>
                      <a:round/>
                      <a:headEnd len="sm" w="sm" type="none"/>
                      <a:tailEnd len="sm" w="sm" type="none"/>
                    </a:lnB>
                  </a:tcPr>
                </a:tc>
              </a:tr>
              <a:tr h="469900">
                <a:tc>
                  <a:txBody>
                    <a:bodyPr/>
                    <a:lstStyle/>
                    <a:p>
                      <a:pPr indent="0" lvl="0" marL="0" marR="0" rtl="0" algn="l">
                        <a:lnSpc>
                          <a:spcPct val="100000"/>
                        </a:lnSpc>
                        <a:spcBef>
                          <a:spcPts val="0"/>
                        </a:spcBef>
                        <a:spcAft>
                          <a:spcPts val="0"/>
                        </a:spcAft>
                        <a:buClr>
                          <a:srgbClr val="000000"/>
                        </a:buClr>
                        <a:buSzPts val="1200"/>
                        <a:buFont typeface="Arial"/>
                        <a:buNone/>
                      </a:pPr>
                      <a:r>
                        <a:rPr b="1" lang="es-419" sz="1200" u="none" cap="none" strike="noStrike">
                          <a:latin typeface="Times New Roman"/>
                          <a:ea typeface="Times New Roman"/>
                          <a:cs typeface="Times New Roman"/>
                          <a:sym typeface="Times New Roman"/>
                        </a:rPr>
                        <a:t>Prioridad de</a:t>
                      </a:r>
                      <a:endParaRPr b="1" sz="1200" u="none" cap="none" strike="noStrike">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200"/>
                        <a:buFont typeface="Arial"/>
                        <a:buNone/>
                      </a:pPr>
                      <a:r>
                        <a:rPr b="1" lang="es-419" sz="1200" u="none" cap="none" strike="noStrike">
                          <a:latin typeface="Times New Roman"/>
                          <a:ea typeface="Times New Roman"/>
                          <a:cs typeface="Times New Roman"/>
                          <a:sym typeface="Times New Roman"/>
                        </a:rPr>
                        <a:t>requerimiento:</a:t>
                      </a:r>
                      <a:endParaRPr b="1" sz="1200" u="none" cap="none" strike="noStrike">
                        <a:latin typeface="Times New Roman"/>
                        <a:ea typeface="Times New Roman"/>
                        <a:cs typeface="Times New Roman"/>
                        <a:sym typeface="Times New Roman"/>
                      </a:endParaRPr>
                    </a:p>
                  </a:txBody>
                  <a:tcPr marT="63500" marB="63500" marR="63500" marL="63500">
                    <a:lnL cap="flat" cmpd="sng" w="12700">
                      <a:solidFill>
                        <a:srgbClr val="B6D7A8"/>
                      </a:solidFill>
                      <a:prstDash val="solid"/>
                      <a:round/>
                      <a:headEnd len="sm" w="sm" type="none"/>
                      <a:tailEnd len="sm" w="sm" type="none"/>
                    </a:lnL>
                    <a:lnR cap="flat" cmpd="sng" w="12700">
                      <a:solidFill>
                        <a:srgbClr val="B6D7A8"/>
                      </a:solidFill>
                      <a:prstDash val="solid"/>
                      <a:round/>
                      <a:headEnd len="sm" w="sm" type="none"/>
                      <a:tailEnd len="sm" w="sm" type="none"/>
                    </a:lnR>
                    <a:lnT cap="flat" cmpd="sng" w="12700">
                      <a:solidFill>
                        <a:srgbClr val="B6D7A8"/>
                      </a:solidFill>
                      <a:prstDash val="solid"/>
                      <a:round/>
                      <a:headEnd len="sm" w="sm" type="none"/>
                      <a:tailEnd len="sm" w="sm" type="none"/>
                    </a:lnT>
                    <a:lnB cap="flat" cmpd="sng" w="12700">
                      <a:solidFill>
                        <a:srgbClr val="B6D7A8"/>
                      </a:solidFill>
                      <a:prstDash val="solid"/>
                      <a:round/>
                      <a:headEnd len="sm" w="sm" type="none"/>
                      <a:tailEnd len="sm" w="sm" type="none"/>
                    </a:lnB>
                    <a:solidFill>
                      <a:srgbClr val="D9EAD3"/>
                    </a:solidFill>
                  </a:tcPr>
                </a:tc>
                <a:tc>
                  <a:txBody>
                    <a:bodyPr/>
                    <a:lstStyle/>
                    <a:p>
                      <a:pPr indent="0" lvl="0" marL="0" marR="0" rtl="0" algn="l">
                        <a:lnSpc>
                          <a:spcPct val="100000"/>
                        </a:lnSpc>
                        <a:spcBef>
                          <a:spcPts val="0"/>
                        </a:spcBef>
                        <a:spcAft>
                          <a:spcPts val="0"/>
                        </a:spcAft>
                        <a:buClr>
                          <a:srgbClr val="000000"/>
                        </a:buClr>
                        <a:buSzPts val="1200"/>
                        <a:buFont typeface="Arial"/>
                        <a:buNone/>
                      </a:pPr>
                      <a:r>
                        <a:rPr lang="es-419" sz="1200" u="none" cap="none" strike="noStrike">
                          <a:latin typeface="Times New Roman"/>
                          <a:ea typeface="Times New Roman"/>
                          <a:cs typeface="Times New Roman"/>
                          <a:sym typeface="Times New Roman"/>
                        </a:rPr>
                        <a:t>Alta</a:t>
                      </a:r>
                      <a:endParaRPr sz="1200" u="none" cap="none" strike="noStrike">
                        <a:latin typeface="Times New Roman"/>
                        <a:ea typeface="Times New Roman"/>
                        <a:cs typeface="Times New Roman"/>
                        <a:sym typeface="Times New Roman"/>
                      </a:endParaRPr>
                    </a:p>
                  </a:txBody>
                  <a:tcPr marT="63500" marB="63500" marR="63500" marL="63500">
                    <a:lnL cap="flat" cmpd="sng" w="12700">
                      <a:solidFill>
                        <a:srgbClr val="B6D7A8"/>
                      </a:solidFill>
                      <a:prstDash val="solid"/>
                      <a:round/>
                      <a:headEnd len="sm" w="sm" type="none"/>
                      <a:tailEnd len="sm" w="sm" type="none"/>
                    </a:lnL>
                    <a:lnR cap="flat" cmpd="sng" w="12700">
                      <a:solidFill>
                        <a:srgbClr val="B6D7A8"/>
                      </a:solidFill>
                      <a:prstDash val="solid"/>
                      <a:round/>
                      <a:headEnd len="sm" w="sm" type="none"/>
                      <a:tailEnd len="sm" w="sm" type="none"/>
                    </a:lnR>
                    <a:lnT cap="flat" cmpd="sng" w="12700">
                      <a:solidFill>
                        <a:srgbClr val="B6D7A8"/>
                      </a:solidFill>
                      <a:prstDash val="solid"/>
                      <a:round/>
                      <a:headEnd len="sm" w="sm" type="none"/>
                      <a:tailEnd len="sm" w="sm" type="none"/>
                    </a:lnT>
                    <a:lnB cap="flat" cmpd="sng" w="12700">
                      <a:solidFill>
                        <a:srgbClr val="B6D7A8"/>
                      </a:solidFill>
                      <a:prstDash val="solid"/>
                      <a:round/>
                      <a:headEnd len="sm" w="sm" type="none"/>
                      <a:tailEnd len="sm" w="sm" type="none"/>
                    </a:lnB>
                    <a:solidFill>
                      <a:srgbClr val="D9EAD3"/>
                    </a:solidFill>
                  </a:tcPr>
                </a:tc>
              </a:tr>
            </a:tbl>
          </a:graphicData>
        </a:graphic>
      </p:graphicFrame>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9" name="Shape 239"/>
        <p:cNvGrpSpPr/>
        <p:nvPr/>
      </p:nvGrpSpPr>
      <p:grpSpPr>
        <a:xfrm>
          <a:off x="0" y="0"/>
          <a:ext cx="0" cy="0"/>
          <a:chOff x="0" y="0"/>
          <a:chExt cx="0" cy="0"/>
        </a:xfrm>
      </p:grpSpPr>
      <p:graphicFrame>
        <p:nvGraphicFramePr>
          <p:cNvPr id="240" name="Google Shape;240;p30"/>
          <p:cNvGraphicFramePr/>
          <p:nvPr/>
        </p:nvGraphicFramePr>
        <p:xfrm>
          <a:off x="1416050" y="604838"/>
          <a:ext cx="3000000" cy="3000000"/>
        </p:xfrm>
        <a:graphic>
          <a:graphicData uri="http://schemas.openxmlformats.org/drawingml/2006/table">
            <a:tbl>
              <a:tblPr>
                <a:noFill/>
                <a:tableStyleId>{99F3DE70-1715-4968-B29D-26007897703B}</a:tableStyleId>
              </a:tblPr>
              <a:tblGrid>
                <a:gridCol w="1257300"/>
                <a:gridCol w="5054600"/>
              </a:tblGrid>
              <a:tr h="647700">
                <a:tc>
                  <a:txBody>
                    <a:bodyPr/>
                    <a:lstStyle/>
                    <a:p>
                      <a:pPr indent="0" lvl="0" marL="0" marR="0" rtl="0" algn="l">
                        <a:lnSpc>
                          <a:spcPct val="100000"/>
                        </a:lnSpc>
                        <a:spcBef>
                          <a:spcPts val="0"/>
                        </a:spcBef>
                        <a:spcAft>
                          <a:spcPts val="0"/>
                        </a:spcAft>
                        <a:buClr>
                          <a:srgbClr val="000000"/>
                        </a:buClr>
                        <a:buSzPts val="1200"/>
                        <a:buFont typeface="Arial"/>
                        <a:buNone/>
                      </a:pPr>
                      <a:r>
                        <a:rPr b="1" lang="es-419" sz="1200" u="none" cap="none" strike="noStrike">
                          <a:latin typeface="Times New Roman"/>
                          <a:ea typeface="Times New Roman"/>
                          <a:cs typeface="Times New Roman"/>
                          <a:sym typeface="Times New Roman"/>
                        </a:rPr>
                        <a:t>Identificación</a:t>
                      </a:r>
                      <a:endParaRPr b="1" sz="1200" u="none" cap="none" strike="noStrike">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200"/>
                        <a:buFont typeface="Arial"/>
                        <a:buNone/>
                      </a:pPr>
                      <a:r>
                        <a:rPr b="1" lang="es-419" sz="1200" u="none" cap="none" strike="noStrike">
                          <a:latin typeface="Times New Roman"/>
                          <a:ea typeface="Times New Roman"/>
                          <a:cs typeface="Times New Roman"/>
                          <a:sym typeface="Times New Roman"/>
                        </a:rPr>
                        <a:t>del</a:t>
                      </a:r>
                      <a:endParaRPr b="1" sz="1200" u="none" cap="none" strike="noStrike">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200"/>
                        <a:buFont typeface="Arial"/>
                        <a:buNone/>
                      </a:pPr>
                      <a:r>
                        <a:rPr b="1" lang="es-419" sz="1200" u="none" cap="none" strike="noStrike">
                          <a:latin typeface="Times New Roman"/>
                          <a:ea typeface="Times New Roman"/>
                          <a:cs typeface="Times New Roman"/>
                          <a:sym typeface="Times New Roman"/>
                        </a:rPr>
                        <a:t>requerimiento:</a:t>
                      </a:r>
                      <a:endParaRPr b="1" sz="1200" u="none" cap="none" strike="noStrike">
                        <a:latin typeface="Times New Roman"/>
                        <a:ea typeface="Times New Roman"/>
                        <a:cs typeface="Times New Roman"/>
                        <a:sym typeface="Times New Roman"/>
                      </a:endParaRPr>
                    </a:p>
                  </a:txBody>
                  <a:tcPr marT="63500" marB="63500" marR="63500" marL="63500">
                    <a:lnL cap="flat" cmpd="sng" w="12700">
                      <a:solidFill>
                        <a:srgbClr val="B6D7A8"/>
                      </a:solidFill>
                      <a:prstDash val="solid"/>
                      <a:round/>
                      <a:headEnd len="sm" w="sm" type="none"/>
                      <a:tailEnd len="sm" w="sm" type="none"/>
                    </a:lnL>
                    <a:lnR cap="flat" cmpd="sng" w="12700">
                      <a:solidFill>
                        <a:srgbClr val="B6D7A8"/>
                      </a:solidFill>
                      <a:prstDash val="solid"/>
                      <a:round/>
                      <a:headEnd len="sm" w="sm" type="none"/>
                      <a:tailEnd len="sm" w="sm" type="none"/>
                    </a:lnR>
                    <a:lnT cap="flat" cmpd="sng" w="12700">
                      <a:solidFill>
                        <a:srgbClr val="B6D7A8"/>
                      </a:solidFill>
                      <a:prstDash val="solid"/>
                      <a:round/>
                      <a:headEnd len="sm" w="sm" type="none"/>
                      <a:tailEnd len="sm" w="sm" type="none"/>
                    </a:lnT>
                    <a:lnB cap="flat" cmpd="sng" w="12700">
                      <a:solidFill>
                        <a:srgbClr val="B6D7A8"/>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200"/>
                        <a:buFont typeface="Arial"/>
                        <a:buNone/>
                      </a:pPr>
                      <a:r>
                        <a:rPr lang="es-419" sz="1200" u="none" cap="none" strike="noStrike">
                          <a:latin typeface="Times New Roman"/>
                          <a:ea typeface="Times New Roman"/>
                          <a:cs typeface="Times New Roman"/>
                          <a:sym typeface="Times New Roman"/>
                        </a:rPr>
                        <a:t>RF015</a:t>
                      </a:r>
                      <a:endParaRPr sz="1200" u="none" cap="none" strike="noStrike">
                        <a:latin typeface="Times New Roman"/>
                        <a:ea typeface="Times New Roman"/>
                        <a:cs typeface="Times New Roman"/>
                        <a:sym typeface="Times New Roman"/>
                      </a:endParaRPr>
                    </a:p>
                  </a:txBody>
                  <a:tcPr marT="63500" marB="63500" marR="63500" marL="63500">
                    <a:lnL cap="flat" cmpd="sng" w="12700">
                      <a:solidFill>
                        <a:srgbClr val="B6D7A8"/>
                      </a:solidFill>
                      <a:prstDash val="solid"/>
                      <a:round/>
                      <a:headEnd len="sm" w="sm" type="none"/>
                      <a:tailEnd len="sm" w="sm" type="none"/>
                    </a:lnL>
                    <a:lnR cap="flat" cmpd="sng" w="12700">
                      <a:solidFill>
                        <a:srgbClr val="B6D7A8"/>
                      </a:solidFill>
                      <a:prstDash val="solid"/>
                      <a:round/>
                      <a:headEnd len="sm" w="sm" type="none"/>
                      <a:tailEnd len="sm" w="sm" type="none"/>
                    </a:lnR>
                    <a:lnT cap="flat" cmpd="sng" w="12700">
                      <a:solidFill>
                        <a:srgbClr val="B6D7A8"/>
                      </a:solidFill>
                      <a:prstDash val="solid"/>
                      <a:round/>
                      <a:headEnd len="sm" w="sm" type="none"/>
                      <a:tailEnd len="sm" w="sm" type="none"/>
                    </a:lnT>
                    <a:lnB cap="flat" cmpd="sng" w="12700">
                      <a:solidFill>
                        <a:srgbClr val="B6D7A8"/>
                      </a:solidFill>
                      <a:prstDash val="solid"/>
                      <a:round/>
                      <a:headEnd len="sm" w="sm" type="none"/>
                      <a:tailEnd len="sm" w="sm" type="none"/>
                    </a:lnB>
                  </a:tcPr>
                </a:tc>
              </a:tr>
              <a:tr h="495300">
                <a:tc>
                  <a:txBody>
                    <a:bodyPr/>
                    <a:lstStyle/>
                    <a:p>
                      <a:pPr indent="0" lvl="0" marL="0" marR="0" rtl="0" algn="l">
                        <a:lnSpc>
                          <a:spcPct val="100000"/>
                        </a:lnSpc>
                        <a:spcBef>
                          <a:spcPts val="0"/>
                        </a:spcBef>
                        <a:spcAft>
                          <a:spcPts val="0"/>
                        </a:spcAft>
                        <a:buClr>
                          <a:srgbClr val="000000"/>
                        </a:buClr>
                        <a:buSzPts val="1200"/>
                        <a:buFont typeface="Arial"/>
                        <a:buNone/>
                      </a:pPr>
                      <a:r>
                        <a:rPr b="1" lang="es-419" sz="1200" u="none" cap="none" strike="noStrike">
                          <a:latin typeface="Times New Roman"/>
                          <a:ea typeface="Times New Roman"/>
                          <a:cs typeface="Times New Roman"/>
                          <a:sym typeface="Times New Roman"/>
                        </a:rPr>
                        <a:t>Nombre del</a:t>
                      </a:r>
                      <a:endParaRPr b="1" sz="1200" u="none" cap="none" strike="noStrike">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200"/>
                        <a:buFont typeface="Arial"/>
                        <a:buNone/>
                      </a:pPr>
                      <a:r>
                        <a:rPr b="1" lang="es-419" sz="1200" u="none" cap="none" strike="noStrike">
                          <a:latin typeface="Times New Roman"/>
                          <a:ea typeface="Times New Roman"/>
                          <a:cs typeface="Times New Roman"/>
                          <a:sym typeface="Times New Roman"/>
                        </a:rPr>
                        <a:t>requerimiento:</a:t>
                      </a:r>
                      <a:endParaRPr b="1" sz="1200" u="none" cap="none" strike="noStrike">
                        <a:latin typeface="Times New Roman"/>
                        <a:ea typeface="Times New Roman"/>
                        <a:cs typeface="Times New Roman"/>
                        <a:sym typeface="Times New Roman"/>
                      </a:endParaRPr>
                    </a:p>
                  </a:txBody>
                  <a:tcPr marT="63500" marB="63500" marR="63500" marL="63500">
                    <a:lnL cap="flat" cmpd="sng" w="12700">
                      <a:solidFill>
                        <a:srgbClr val="B6D7A8"/>
                      </a:solidFill>
                      <a:prstDash val="solid"/>
                      <a:round/>
                      <a:headEnd len="sm" w="sm" type="none"/>
                      <a:tailEnd len="sm" w="sm" type="none"/>
                    </a:lnL>
                    <a:lnR cap="flat" cmpd="sng" w="12700">
                      <a:solidFill>
                        <a:srgbClr val="B6D7A8"/>
                      </a:solidFill>
                      <a:prstDash val="solid"/>
                      <a:round/>
                      <a:headEnd len="sm" w="sm" type="none"/>
                      <a:tailEnd len="sm" w="sm" type="none"/>
                    </a:lnR>
                    <a:lnT cap="flat" cmpd="sng" w="12700">
                      <a:solidFill>
                        <a:srgbClr val="B6D7A8"/>
                      </a:solidFill>
                      <a:prstDash val="solid"/>
                      <a:round/>
                      <a:headEnd len="sm" w="sm" type="none"/>
                      <a:tailEnd len="sm" w="sm" type="none"/>
                    </a:lnT>
                    <a:lnB cap="flat" cmpd="sng" w="12700">
                      <a:solidFill>
                        <a:srgbClr val="B6D7A8"/>
                      </a:solidFill>
                      <a:prstDash val="solid"/>
                      <a:round/>
                      <a:headEnd len="sm" w="sm" type="none"/>
                      <a:tailEnd len="sm" w="sm" type="none"/>
                    </a:lnB>
                    <a:solidFill>
                      <a:srgbClr val="D9EAD3"/>
                    </a:solidFill>
                  </a:tcPr>
                </a:tc>
                <a:tc>
                  <a:txBody>
                    <a:bodyPr/>
                    <a:lstStyle/>
                    <a:p>
                      <a:pPr indent="0" lvl="0" marL="0" marR="0" rtl="0" algn="l">
                        <a:lnSpc>
                          <a:spcPct val="115000"/>
                        </a:lnSpc>
                        <a:spcBef>
                          <a:spcPts val="0"/>
                        </a:spcBef>
                        <a:spcAft>
                          <a:spcPts val="0"/>
                        </a:spcAft>
                        <a:buClr>
                          <a:srgbClr val="000000"/>
                        </a:buClr>
                        <a:buSzPts val="1200"/>
                        <a:buFont typeface="Arial"/>
                        <a:buNone/>
                      </a:pPr>
                      <a:r>
                        <a:rPr b="1" lang="es-419" sz="1200" u="none" cap="none" strike="noStrike">
                          <a:latin typeface="Times New Roman"/>
                          <a:ea typeface="Times New Roman"/>
                          <a:cs typeface="Times New Roman"/>
                          <a:sym typeface="Times New Roman"/>
                        </a:rPr>
                        <a:t>Cierre de sesión</a:t>
                      </a:r>
                      <a:endParaRPr b="1" sz="1200" u="none" cap="none" strike="noStrike">
                        <a:latin typeface="Times New Roman"/>
                        <a:ea typeface="Times New Roman"/>
                        <a:cs typeface="Times New Roman"/>
                        <a:sym typeface="Times New Roman"/>
                      </a:endParaRPr>
                    </a:p>
                    <a:p>
                      <a:pPr indent="0" lvl="0" marL="0" marR="0" rtl="0" algn="l">
                        <a:lnSpc>
                          <a:spcPct val="115000"/>
                        </a:lnSpc>
                        <a:spcBef>
                          <a:spcPts val="1200"/>
                        </a:spcBef>
                        <a:spcAft>
                          <a:spcPts val="0"/>
                        </a:spcAft>
                        <a:buClr>
                          <a:srgbClr val="000000"/>
                        </a:buClr>
                        <a:buSzPts val="1100"/>
                        <a:buFont typeface="Arial"/>
                        <a:buNone/>
                      </a:pPr>
                      <a:r>
                        <a:t/>
                      </a:r>
                      <a:endParaRPr b="1" sz="1100" u="none" cap="none" strike="noStrike">
                        <a:latin typeface="Times New Roman"/>
                        <a:ea typeface="Times New Roman"/>
                        <a:cs typeface="Times New Roman"/>
                        <a:sym typeface="Times New Roman"/>
                      </a:endParaRPr>
                    </a:p>
                  </a:txBody>
                  <a:tcPr marT="63500" marB="63500" marR="63500" marL="63500">
                    <a:lnL cap="flat" cmpd="sng" w="12700">
                      <a:solidFill>
                        <a:srgbClr val="B6D7A8"/>
                      </a:solidFill>
                      <a:prstDash val="solid"/>
                      <a:round/>
                      <a:headEnd len="sm" w="sm" type="none"/>
                      <a:tailEnd len="sm" w="sm" type="none"/>
                    </a:lnL>
                    <a:lnR cap="flat" cmpd="sng" w="12700">
                      <a:solidFill>
                        <a:srgbClr val="B6D7A8"/>
                      </a:solidFill>
                      <a:prstDash val="solid"/>
                      <a:round/>
                      <a:headEnd len="sm" w="sm" type="none"/>
                      <a:tailEnd len="sm" w="sm" type="none"/>
                    </a:lnR>
                    <a:lnT cap="flat" cmpd="sng" w="12700">
                      <a:solidFill>
                        <a:srgbClr val="B6D7A8"/>
                      </a:solidFill>
                      <a:prstDash val="solid"/>
                      <a:round/>
                      <a:headEnd len="sm" w="sm" type="none"/>
                      <a:tailEnd len="sm" w="sm" type="none"/>
                    </a:lnT>
                    <a:lnB cap="flat" cmpd="sng" w="12700">
                      <a:solidFill>
                        <a:srgbClr val="B6D7A8"/>
                      </a:solidFill>
                      <a:prstDash val="solid"/>
                      <a:round/>
                      <a:headEnd len="sm" w="sm" type="none"/>
                      <a:tailEnd len="sm" w="sm" type="none"/>
                    </a:lnB>
                    <a:solidFill>
                      <a:srgbClr val="D9EAD3"/>
                    </a:solidFill>
                  </a:tcPr>
                </a:tc>
              </a:tr>
              <a:tr h="304800">
                <a:tc>
                  <a:txBody>
                    <a:bodyPr/>
                    <a:lstStyle/>
                    <a:p>
                      <a:pPr indent="0" lvl="0" marL="0" marR="0" rtl="0" algn="l">
                        <a:lnSpc>
                          <a:spcPct val="100000"/>
                        </a:lnSpc>
                        <a:spcBef>
                          <a:spcPts val="0"/>
                        </a:spcBef>
                        <a:spcAft>
                          <a:spcPts val="0"/>
                        </a:spcAft>
                        <a:buClr>
                          <a:srgbClr val="000000"/>
                        </a:buClr>
                        <a:buSzPts val="1200"/>
                        <a:buFont typeface="Arial"/>
                        <a:buNone/>
                      </a:pPr>
                      <a:r>
                        <a:rPr b="1" lang="es-419" sz="1200" u="none" cap="none" strike="noStrike">
                          <a:latin typeface="Times New Roman"/>
                          <a:ea typeface="Times New Roman"/>
                          <a:cs typeface="Times New Roman"/>
                          <a:sym typeface="Times New Roman"/>
                        </a:rPr>
                        <a:t>Características:</a:t>
                      </a:r>
                      <a:endParaRPr b="1" sz="1200" u="none" cap="none" strike="noStrike">
                        <a:latin typeface="Times New Roman"/>
                        <a:ea typeface="Times New Roman"/>
                        <a:cs typeface="Times New Roman"/>
                        <a:sym typeface="Times New Roman"/>
                      </a:endParaRPr>
                    </a:p>
                  </a:txBody>
                  <a:tcPr marT="63500" marB="63500" marR="63500" marL="63500">
                    <a:lnL cap="flat" cmpd="sng" w="12700">
                      <a:solidFill>
                        <a:srgbClr val="B6D7A8"/>
                      </a:solidFill>
                      <a:prstDash val="solid"/>
                      <a:round/>
                      <a:headEnd len="sm" w="sm" type="none"/>
                      <a:tailEnd len="sm" w="sm" type="none"/>
                    </a:lnL>
                    <a:lnR cap="flat" cmpd="sng" w="12700">
                      <a:solidFill>
                        <a:srgbClr val="B6D7A8"/>
                      </a:solidFill>
                      <a:prstDash val="solid"/>
                      <a:round/>
                      <a:headEnd len="sm" w="sm" type="none"/>
                      <a:tailEnd len="sm" w="sm" type="none"/>
                    </a:lnR>
                    <a:lnT cap="flat" cmpd="sng" w="12700">
                      <a:solidFill>
                        <a:srgbClr val="B6D7A8"/>
                      </a:solidFill>
                      <a:prstDash val="solid"/>
                      <a:round/>
                      <a:headEnd len="sm" w="sm" type="none"/>
                      <a:tailEnd len="sm" w="sm" type="none"/>
                    </a:lnT>
                    <a:lnB cap="flat" cmpd="sng" w="12700">
                      <a:solidFill>
                        <a:srgbClr val="B6D7A8"/>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200"/>
                        <a:buFont typeface="Arial"/>
                        <a:buNone/>
                      </a:pPr>
                      <a:r>
                        <a:rPr lang="es-419" sz="1200" u="none" cap="none" strike="noStrike">
                          <a:latin typeface="Times New Roman"/>
                          <a:ea typeface="Times New Roman"/>
                          <a:cs typeface="Times New Roman"/>
                          <a:sym typeface="Times New Roman"/>
                        </a:rPr>
                        <a:t>El sistema debe permitir a los usuarios cerrar sesión desde cualquier pantalla de la aplicación mediante un botón claramente visible.</a:t>
                      </a:r>
                      <a:endParaRPr sz="1200" u="none" cap="none" strike="noStrike">
                        <a:latin typeface="Times New Roman"/>
                        <a:ea typeface="Times New Roman"/>
                        <a:cs typeface="Times New Roman"/>
                        <a:sym typeface="Times New Roman"/>
                      </a:endParaRPr>
                    </a:p>
                  </a:txBody>
                  <a:tcPr marT="63500" marB="63500" marR="63500" marL="63500">
                    <a:lnL cap="flat" cmpd="sng" w="12700">
                      <a:solidFill>
                        <a:srgbClr val="B6D7A8"/>
                      </a:solidFill>
                      <a:prstDash val="solid"/>
                      <a:round/>
                      <a:headEnd len="sm" w="sm" type="none"/>
                      <a:tailEnd len="sm" w="sm" type="none"/>
                    </a:lnL>
                    <a:lnR cap="flat" cmpd="sng" w="12700">
                      <a:solidFill>
                        <a:srgbClr val="B6D7A8"/>
                      </a:solidFill>
                      <a:prstDash val="solid"/>
                      <a:round/>
                      <a:headEnd len="sm" w="sm" type="none"/>
                      <a:tailEnd len="sm" w="sm" type="none"/>
                    </a:lnR>
                    <a:lnT cap="flat" cmpd="sng" w="12700">
                      <a:solidFill>
                        <a:srgbClr val="B6D7A8"/>
                      </a:solidFill>
                      <a:prstDash val="solid"/>
                      <a:round/>
                      <a:headEnd len="sm" w="sm" type="none"/>
                      <a:tailEnd len="sm" w="sm" type="none"/>
                    </a:lnT>
                    <a:lnB cap="flat" cmpd="sng" w="12700">
                      <a:solidFill>
                        <a:srgbClr val="B6D7A8"/>
                      </a:solidFill>
                      <a:prstDash val="solid"/>
                      <a:round/>
                      <a:headEnd len="sm" w="sm" type="none"/>
                      <a:tailEnd len="sm" w="sm" type="none"/>
                    </a:lnB>
                  </a:tcPr>
                </a:tc>
              </a:tr>
              <a:tr h="469900">
                <a:tc>
                  <a:txBody>
                    <a:bodyPr/>
                    <a:lstStyle/>
                    <a:p>
                      <a:pPr indent="0" lvl="0" marL="0" marR="0" rtl="0" algn="l">
                        <a:lnSpc>
                          <a:spcPct val="100000"/>
                        </a:lnSpc>
                        <a:spcBef>
                          <a:spcPts val="0"/>
                        </a:spcBef>
                        <a:spcAft>
                          <a:spcPts val="0"/>
                        </a:spcAft>
                        <a:buClr>
                          <a:srgbClr val="000000"/>
                        </a:buClr>
                        <a:buSzPts val="1200"/>
                        <a:buFont typeface="Arial"/>
                        <a:buNone/>
                      </a:pPr>
                      <a:r>
                        <a:rPr b="1" lang="es-419" sz="1200" u="none" cap="none" strike="noStrike">
                          <a:latin typeface="Times New Roman"/>
                          <a:ea typeface="Times New Roman"/>
                          <a:cs typeface="Times New Roman"/>
                          <a:sym typeface="Times New Roman"/>
                        </a:rPr>
                        <a:t>Descripción del</a:t>
                      </a:r>
                      <a:endParaRPr b="1" sz="1200" u="none" cap="none" strike="noStrike">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200"/>
                        <a:buFont typeface="Arial"/>
                        <a:buNone/>
                      </a:pPr>
                      <a:r>
                        <a:rPr b="1" lang="es-419" sz="1200" u="none" cap="none" strike="noStrike">
                          <a:latin typeface="Times New Roman"/>
                          <a:ea typeface="Times New Roman"/>
                          <a:cs typeface="Times New Roman"/>
                          <a:sym typeface="Times New Roman"/>
                        </a:rPr>
                        <a:t>requerimiento:</a:t>
                      </a:r>
                      <a:endParaRPr b="1" sz="1200" u="none" cap="none" strike="noStrike">
                        <a:latin typeface="Times New Roman"/>
                        <a:ea typeface="Times New Roman"/>
                        <a:cs typeface="Times New Roman"/>
                        <a:sym typeface="Times New Roman"/>
                      </a:endParaRPr>
                    </a:p>
                  </a:txBody>
                  <a:tcPr marT="63500" marB="63500" marR="63500" marL="63500">
                    <a:lnL cap="flat" cmpd="sng" w="12700">
                      <a:solidFill>
                        <a:srgbClr val="B6D7A8"/>
                      </a:solidFill>
                      <a:prstDash val="solid"/>
                      <a:round/>
                      <a:headEnd len="sm" w="sm" type="none"/>
                      <a:tailEnd len="sm" w="sm" type="none"/>
                    </a:lnL>
                    <a:lnR cap="flat" cmpd="sng" w="12700">
                      <a:solidFill>
                        <a:srgbClr val="B6D7A8"/>
                      </a:solidFill>
                      <a:prstDash val="solid"/>
                      <a:round/>
                      <a:headEnd len="sm" w="sm" type="none"/>
                      <a:tailEnd len="sm" w="sm" type="none"/>
                    </a:lnR>
                    <a:lnT cap="flat" cmpd="sng" w="12700">
                      <a:solidFill>
                        <a:srgbClr val="B6D7A8"/>
                      </a:solidFill>
                      <a:prstDash val="solid"/>
                      <a:round/>
                      <a:headEnd len="sm" w="sm" type="none"/>
                      <a:tailEnd len="sm" w="sm" type="none"/>
                    </a:lnT>
                    <a:lnB cap="flat" cmpd="sng" w="12700">
                      <a:solidFill>
                        <a:srgbClr val="B6D7A8"/>
                      </a:solidFill>
                      <a:prstDash val="solid"/>
                      <a:round/>
                      <a:headEnd len="sm" w="sm" type="none"/>
                      <a:tailEnd len="sm" w="sm" type="none"/>
                    </a:lnB>
                    <a:solidFill>
                      <a:srgbClr val="D9EAD3"/>
                    </a:solidFill>
                  </a:tcPr>
                </a:tc>
                <a:tc>
                  <a:txBody>
                    <a:bodyPr/>
                    <a:lstStyle/>
                    <a:p>
                      <a:pPr indent="0" lvl="0" marL="0" marR="0" rtl="0" algn="l">
                        <a:lnSpc>
                          <a:spcPct val="115000"/>
                        </a:lnSpc>
                        <a:spcBef>
                          <a:spcPts val="0"/>
                        </a:spcBef>
                        <a:spcAft>
                          <a:spcPts val="0"/>
                        </a:spcAft>
                        <a:buClr>
                          <a:srgbClr val="000000"/>
                        </a:buClr>
                        <a:buSzPts val="1100"/>
                        <a:buFont typeface="Arial"/>
                        <a:buNone/>
                      </a:pPr>
                      <a:r>
                        <a:rPr lang="es-419" sz="1100" u="none" cap="none" strike="noStrike">
                          <a:latin typeface="Times New Roman"/>
                          <a:ea typeface="Times New Roman"/>
                          <a:cs typeface="Times New Roman"/>
                          <a:sym typeface="Times New Roman"/>
                        </a:rPr>
                        <a:t>El sistema debe finalizar la sesión activa del usuario, liberando sus recursos y redirigiendo a la pantalla de inicio de sesión.</a:t>
                      </a:r>
                      <a:endParaRPr sz="1200" u="none" cap="none" strike="noStrike">
                        <a:latin typeface="Times New Roman"/>
                        <a:ea typeface="Times New Roman"/>
                        <a:cs typeface="Times New Roman"/>
                        <a:sym typeface="Times New Roman"/>
                      </a:endParaRPr>
                    </a:p>
                  </a:txBody>
                  <a:tcPr marT="63500" marB="63500" marR="63500" marL="63500">
                    <a:lnL cap="flat" cmpd="sng" w="12700">
                      <a:solidFill>
                        <a:srgbClr val="B6D7A8"/>
                      </a:solidFill>
                      <a:prstDash val="solid"/>
                      <a:round/>
                      <a:headEnd len="sm" w="sm" type="none"/>
                      <a:tailEnd len="sm" w="sm" type="none"/>
                    </a:lnL>
                    <a:lnR cap="flat" cmpd="sng" w="12700">
                      <a:solidFill>
                        <a:srgbClr val="B6D7A8"/>
                      </a:solidFill>
                      <a:prstDash val="solid"/>
                      <a:round/>
                      <a:headEnd len="sm" w="sm" type="none"/>
                      <a:tailEnd len="sm" w="sm" type="none"/>
                    </a:lnR>
                    <a:lnT cap="flat" cmpd="sng" w="12700">
                      <a:solidFill>
                        <a:srgbClr val="B6D7A8"/>
                      </a:solidFill>
                      <a:prstDash val="solid"/>
                      <a:round/>
                      <a:headEnd len="sm" w="sm" type="none"/>
                      <a:tailEnd len="sm" w="sm" type="none"/>
                    </a:lnT>
                    <a:lnB cap="flat" cmpd="sng" w="12700">
                      <a:solidFill>
                        <a:srgbClr val="B6D7A8"/>
                      </a:solidFill>
                      <a:prstDash val="solid"/>
                      <a:round/>
                      <a:headEnd len="sm" w="sm" type="none"/>
                      <a:tailEnd len="sm" w="sm" type="none"/>
                    </a:lnB>
                    <a:solidFill>
                      <a:srgbClr val="D9EAD3"/>
                    </a:solidFill>
                  </a:tcPr>
                </a:tc>
              </a:tr>
              <a:tr h="469900">
                <a:tc>
                  <a:txBody>
                    <a:bodyPr/>
                    <a:lstStyle/>
                    <a:p>
                      <a:pPr indent="0" lvl="0" marL="0" marR="0" rtl="0" algn="l">
                        <a:lnSpc>
                          <a:spcPct val="100000"/>
                        </a:lnSpc>
                        <a:spcBef>
                          <a:spcPts val="0"/>
                        </a:spcBef>
                        <a:spcAft>
                          <a:spcPts val="0"/>
                        </a:spcAft>
                        <a:buClr>
                          <a:srgbClr val="000000"/>
                        </a:buClr>
                        <a:buSzPts val="1200"/>
                        <a:buFont typeface="Arial"/>
                        <a:buNone/>
                      </a:pPr>
                      <a:r>
                        <a:rPr b="1" lang="es-419" sz="1200" u="none" cap="none" strike="noStrike">
                          <a:latin typeface="Times New Roman"/>
                          <a:ea typeface="Times New Roman"/>
                          <a:cs typeface="Times New Roman"/>
                          <a:sym typeface="Times New Roman"/>
                        </a:rPr>
                        <a:t>Requerimientos</a:t>
                      </a:r>
                      <a:endParaRPr b="1" sz="1200" u="none" cap="none" strike="noStrike">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200"/>
                        <a:buFont typeface="Arial"/>
                        <a:buNone/>
                      </a:pPr>
                      <a:r>
                        <a:rPr b="1" lang="es-419" sz="1200" u="none" cap="none" strike="noStrike">
                          <a:latin typeface="Times New Roman"/>
                          <a:ea typeface="Times New Roman"/>
                          <a:cs typeface="Times New Roman"/>
                          <a:sym typeface="Times New Roman"/>
                        </a:rPr>
                        <a:t>no funcionales:</a:t>
                      </a:r>
                      <a:endParaRPr b="1" sz="1200" u="none" cap="none" strike="noStrike">
                        <a:latin typeface="Times New Roman"/>
                        <a:ea typeface="Times New Roman"/>
                        <a:cs typeface="Times New Roman"/>
                        <a:sym typeface="Times New Roman"/>
                      </a:endParaRPr>
                    </a:p>
                  </a:txBody>
                  <a:tcPr marT="63500" marB="63500" marR="63500" marL="63500">
                    <a:lnL cap="flat" cmpd="sng" w="12700">
                      <a:solidFill>
                        <a:srgbClr val="B6D7A8"/>
                      </a:solidFill>
                      <a:prstDash val="solid"/>
                      <a:round/>
                      <a:headEnd len="sm" w="sm" type="none"/>
                      <a:tailEnd len="sm" w="sm" type="none"/>
                    </a:lnL>
                    <a:lnR cap="flat" cmpd="sng" w="12700">
                      <a:solidFill>
                        <a:srgbClr val="B6D7A8"/>
                      </a:solidFill>
                      <a:prstDash val="solid"/>
                      <a:round/>
                      <a:headEnd len="sm" w="sm" type="none"/>
                      <a:tailEnd len="sm" w="sm" type="none"/>
                    </a:lnR>
                    <a:lnT cap="flat" cmpd="sng" w="12700">
                      <a:solidFill>
                        <a:srgbClr val="B6D7A8"/>
                      </a:solidFill>
                      <a:prstDash val="solid"/>
                      <a:round/>
                      <a:headEnd len="sm" w="sm" type="none"/>
                      <a:tailEnd len="sm" w="sm" type="none"/>
                    </a:lnT>
                    <a:lnB cap="flat" cmpd="sng" w="12700">
                      <a:solidFill>
                        <a:srgbClr val="B6D7A8"/>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200"/>
                        <a:buFont typeface="Arial"/>
                        <a:buNone/>
                      </a:pPr>
                      <a:r>
                        <a:rPr lang="es-419" sz="1200" u="none" cap="none" strike="noStrike">
                          <a:latin typeface="Times New Roman"/>
                          <a:ea typeface="Times New Roman"/>
                          <a:cs typeface="Times New Roman"/>
                          <a:sym typeface="Times New Roman"/>
                        </a:rPr>
                        <a:t>❖ RNF03</a:t>
                      </a:r>
                      <a:endParaRPr sz="1200" u="none" cap="none" strike="noStrike">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200"/>
                        <a:buFont typeface="Arial"/>
                        <a:buNone/>
                      </a:pPr>
                      <a:r>
                        <a:rPr lang="es-419" sz="1200" u="none" cap="none" strike="noStrike">
                          <a:latin typeface="Times New Roman"/>
                          <a:ea typeface="Times New Roman"/>
                          <a:cs typeface="Times New Roman"/>
                          <a:sym typeface="Times New Roman"/>
                        </a:rPr>
                        <a:t>❖ RNF06</a:t>
                      </a:r>
                      <a:endParaRPr sz="1200" u="none" cap="none" strike="noStrike">
                        <a:latin typeface="Times New Roman"/>
                        <a:ea typeface="Times New Roman"/>
                        <a:cs typeface="Times New Roman"/>
                        <a:sym typeface="Times New Roman"/>
                      </a:endParaRPr>
                    </a:p>
                  </a:txBody>
                  <a:tcPr marT="63500" marB="63500" marR="63500" marL="63500">
                    <a:lnL cap="flat" cmpd="sng" w="12700">
                      <a:solidFill>
                        <a:srgbClr val="B6D7A8"/>
                      </a:solidFill>
                      <a:prstDash val="solid"/>
                      <a:round/>
                      <a:headEnd len="sm" w="sm" type="none"/>
                      <a:tailEnd len="sm" w="sm" type="none"/>
                    </a:lnL>
                    <a:lnR cap="flat" cmpd="sng" w="12700">
                      <a:solidFill>
                        <a:srgbClr val="B6D7A8"/>
                      </a:solidFill>
                      <a:prstDash val="solid"/>
                      <a:round/>
                      <a:headEnd len="sm" w="sm" type="none"/>
                      <a:tailEnd len="sm" w="sm" type="none"/>
                    </a:lnR>
                    <a:lnT cap="flat" cmpd="sng" w="12700">
                      <a:solidFill>
                        <a:srgbClr val="B6D7A8"/>
                      </a:solidFill>
                      <a:prstDash val="solid"/>
                      <a:round/>
                      <a:headEnd len="sm" w="sm" type="none"/>
                      <a:tailEnd len="sm" w="sm" type="none"/>
                    </a:lnT>
                    <a:lnB cap="flat" cmpd="sng" w="12700">
                      <a:solidFill>
                        <a:srgbClr val="B6D7A8"/>
                      </a:solidFill>
                      <a:prstDash val="solid"/>
                      <a:round/>
                      <a:headEnd len="sm" w="sm" type="none"/>
                      <a:tailEnd len="sm" w="sm" type="none"/>
                    </a:lnB>
                  </a:tcPr>
                </a:tc>
              </a:tr>
              <a:tr h="469900">
                <a:tc>
                  <a:txBody>
                    <a:bodyPr/>
                    <a:lstStyle/>
                    <a:p>
                      <a:pPr indent="0" lvl="0" marL="0" marR="0" rtl="0" algn="l">
                        <a:lnSpc>
                          <a:spcPct val="100000"/>
                        </a:lnSpc>
                        <a:spcBef>
                          <a:spcPts val="0"/>
                        </a:spcBef>
                        <a:spcAft>
                          <a:spcPts val="0"/>
                        </a:spcAft>
                        <a:buClr>
                          <a:srgbClr val="000000"/>
                        </a:buClr>
                        <a:buSzPts val="1200"/>
                        <a:buFont typeface="Arial"/>
                        <a:buNone/>
                      </a:pPr>
                      <a:r>
                        <a:rPr b="1" lang="es-419" sz="1200" u="none" cap="none" strike="noStrike">
                          <a:latin typeface="Times New Roman"/>
                          <a:ea typeface="Times New Roman"/>
                          <a:cs typeface="Times New Roman"/>
                          <a:sym typeface="Times New Roman"/>
                        </a:rPr>
                        <a:t>Prioridad de</a:t>
                      </a:r>
                      <a:endParaRPr b="1" sz="1200" u="none" cap="none" strike="noStrike">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200"/>
                        <a:buFont typeface="Arial"/>
                        <a:buNone/>
                      </a:pPr>
                      <a:r>
                        <a:rPr b="1" lang="es-419" sz="1200" u="none" cap="none" strike="noStrike">
                          <a:latin typeface="Times New Roman"/>
                          <a:ea typeface="Times New Roman"/>
                          <a:cs typeface="Times New Roman"/>
                          <a:sym typeface="Times New Roman"/>
                        </a:rPr>
                        <a:t>requerimiento:</a:t>
                      </a:r>
                      <a:endParaRPr b="1" sz="1200" u="none" cap="none" strike="noStrike">
                        <a:latin typeface="Times New Roman"/>
                        <a:ea typeface="Times New Roman"/>
                        <a:cs typeface="Times New Roman"/>
                        <a:sym typeface="Times New Roman"/>
                      </a:endParaRPr>
                    </a:p>
                  </a:txBody>
                  <a:tcPr marT="63500" marB="63500" marR="63500" marL="63500">
                    <a:lnL cap="flat" cmpd="sng" w="12700">
                      <a:solidFill>
                        <a:srgbClr val="B6D7A8"/>
                      </a:solidFill>
                      <a:prstDash val="solid"/>
                      <a:round/>
                      <a:headEnd len="sm" w="sm" type="none"/>
                      <a:tailEnd len="sm" w="sm" type="none"/>
                    </a:lnL>
                    <a:lnR cap="flat" cmpd="sng" w="12700">
                      <a:solidFill>
                        <a:srgbClr val="B6D7A8"/>
                      </a:solidFill>
                      <a:prstDash val="solid"/>
                      <a:round/>
                      <a:headEnd len="sm" w="sm" type="none"/>
                      <a:tailEnd len="sm" w="sm" type="none"/>
                    </a:lnR>
                    <a:lnT cap="flat" cmpd="sng" w="12700">
                      <a:solidFill>
                        <a:srgbClr val="B6D7A8"/>
                      </a:solidFill>
                      <a:prstDash val="solid"/>
                      <a:round/>
                      <a:headEnd len="sm" w="sm" type="none"/>
                      <a:tailEnd len="sm" w="sm" type="none"/>
                    </a:lnT>
                    <a:lnB cap="flat" cmpd="sng" w="12700">
                      <a:solidFill>
                        <a:srgbClr val="B6D7A8"/>
                      </a:solidFill>
                      <a:prstDash val="solid"/>
                      <a:round/>
                      <a:headEnd len="sm" w="sm" type="none"/>
                      <a:tailEnd len="sm" w="sm" type="none"/>
                    </a:lnB>
                    <a:solidFill>
                      <a:srgbClr val="D9EAD3"/>
                    </a:solidFill>
                  </a:tcPr>
                </a:tc>
                <a:tc>
                  <a:txBody>
                    <a:bodyPr/>
                    <a:lstStyle/>
                    <a:p>
                      <a:pPr indent="0" lvl="0" marL="0" marR="0" rtl="0" algn="l">
                        <a:lnSpc>
                          <a:spcPct val="100000"/>
                        </a:lnSpc>
                        <a:spcBef>
                          <a:spcPts val="0"/>
                        </a:spcBef>
                        <a:spcAft>
                          <a:spcPts val="0"/>
                        </a:spcAft>
                        <a:buClr>
                          <a:srgbClr val="000000"/>
                        </a:buClr>
                        <a:buSzPts val="1200"/>
                        <a:buFont typeface="Arial"/>
                        <a:buNone/>
                      </a:pPr>
                      <a:r>
                        <a:rPr lang="es-419" sz="1200" u="none" cap="none" strike="noStrike">
                          <a:latin typeface="Times New Roman"/>
                          <a:ea typeface="Times New Roman"/>
                          <a:cs typeface="Times New Roman"/>
                          <a:sym typeface="Times New Roman"/>
                        </a:rPr>
                        <a:t>Alta</a:t>
                      </a:r>
                      <a:endParaRPr sz="1200" u="none" cap="none" strike="noStrike">
                        <a:latin typeface="Times New Roman"/>
                        <a:ea typeface="Times New Roman"/>
                        <a:cs typeface="Times New Roman"/>
                        <a:sym typeface="Times New Roman"/>
                      </a:endParaRPr>
                    </a:p>
                  </a:txBody>
                  <a:tcPr marT="63500" marB="63500" marR="63500" marL="63500">
                    <a:lnL cap="flat" cmpd="sng" w="12700">
                      <a:solidFill>
                        <a:srgbClr val="B6D7A8"/>
                      </a:solidFill>
                      <a:prstDash val="solid"/>
                      <a:round/>
                      <a:headEnd len="sm" w="sm" type="none"/>
                      <a:tailEnd len="sm" w="sm" type="none"/>
                    </a:lnL>
                    <a:lnR cap="flat" cmpd="sng" w="12700">
                      <a:solidFill>
                        <a:srgbClr val="B6D7A8"/>
                      </a:solidFill>
                      <a:prstDash val="solid"/>
                      <a:round/>
                      <a:headEnd len="sm" w="sm" type="none"/>
                      <a:tailEnd len="sm" w="sm" type="none"/>
                    </a:lnR>
                    <a:lnT cap="flat" cmpd="sng" w="12700">
                      <a:solidFill>
                        <a:srgbClr val="B6D7A8"/>
                      </a:solidFill>
                      <a:prstDash val="solid"/>
                      <a:round/>
                      <a:headEnd len="sm" w="sm" type="none"/>
                      <a:tailEnd len="sm" w="sm" type="none"/>
                    </a:lnT>
                    <a:lnB cap="flat" cmpd="sng" w="12700">
                      <a:solidFill>
                        <a:srgbClr val="B6D7A8"/>
                      </a:solidFill>
                      <a:prstDash val="solid"/>
                      <a:round/>
                      <a:headEnd len="sm" w="sm" type="none"/>
                      <a:tailEnd len="sm" w="sm" type="none"/>
                    </a:lnB>
                    <a:solidFill>
                      <a:srgbClr val="D9EAD3"/>
                    </a:solidFill>
                  </a:tcPr>
                </a:tc>
              </a:tr>
            </a:tbl>
          </a:graphicData>
        </a:graphic>
      </p:graphicFrame>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4" name="Shape 244"/>
        <p:cNvGrpSpPr/>
        <p:nvPr/>
      </p:nvGrpSpPr>
      <p:grpSpPr>
        <a:xfrm>
          <a:off x="0" y="0"/>
          <a:ext cx="0" cy="0"/>
          <a:chOff x="0" y="0"/>
          <a:chExt cx="0" cy="0"/>
        </a:xfrm>
      </p:grpSpPr>
      <p:sp>
        <p:nvSpPr>
          <p:cNvPr id="245" name="Google Shape;245;p31"/>
          <p:cNvSpPr txBox="1"/>
          <p:nvPr>
            <p:ph type="title"/>
          </p:nvPr>
        </p:nvSpPr>
        <p:spPr>
          <a:xfrm>
            <a:off x="197400" y="1783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419">
                <a:latin typeface="Times New Roman"/>
                <a:ea typeface="Times New Roman"/>
                <a:cs typeface="Times New Roman"/>
                <a:sym typeface="Times New Roman"/>
              </a:rPr>
              <a:t>Requerimientos no funcionales</a:t>
            </a:r>
            <a:endParaRPr>
              <a:latin typeface="Times New Roman"/>
              <a:ea typeface="Times New Roman"/>
              <a:cs typeface="Times New Roman"/>
              <a:sym typeface="Times New Roman"/>
            </a:endParaRPr>
          </a:p>
        </p:txBody>
      </p:sp>
      <p:graphicFrame>
        <p:nvGraphicFramePr>
          <p:cNvPr id="246" name="Google Shape;246;p31"/>
          <p:cNvGraphicFramePr/>
          <p:nvPr/>
        </p:nvGraphicFramePr>
        <p:xfrm>
          <a:off x="962013" y="1339850"/>
          <a:ext cx="3000000" cy="3000000"/>
        </p:xfrm>
        <a:graphic>
          <a:graphicData uri="http://schemas.openxmlformats.org/drawingml/2006/table">
            <a:tbl>
              <a:tblPr>
                <a:noFill/>
                <a:tableStyleId>{99F3DE70-1715-4968-B29D-26007897703B}</a:tableStyleId>
              </a:tblPr>
              <a:tblGrid>
                <a:gridCol w="1374150"/>
                <a:gridCol w="5541000"/>
              </a:tblGrid>
              <a:tr h="574275">
                <a:tc>
                  <a:txBody>
                    <a:bodyPr/>
                    <a:lstStyle/>
                    <a:p>
                      <a:pPr indent="0" lvl="0" marL="0" marR="0" rtl="0" algn="l">
                        <a:lnSpc>
                          <a:spcPct val="100000"/>
                        </a:lnSpc>
                        <a:spcBef>
                          <a:spcPts val="0"/>
                        </a:spcBef>
                        <a:spcAft>
                          <a:spcPts val="0"/>
                        </a:spcAft>
                        <a:buClr>
                          <a:srgbClr val="000000"/>
                        </a:buClr>
                        <a:buSzPts val="1200"/>
                        <a:buFont typeface="Arial"/>
                        <a:buNone/>
                      </a:pPr>
                      <a:r>
                        <a:rPr b="1" lang="es-419" sz="1200" u="none" cap="none" strike="noStrike">
                          <a:latin typeface="Times New Roman"/>
                          <a:ea typeface="Times New Roman"/>
                          <a:cs typeface="Times New Roman"/>
                          <a:sym typeface="Times New Roman"/>
                        </a:rPr>
                        <a:t>Identificación</a:t>
                      </a:r>
                      <a:endParaRPr b="1" sz="1200" u="none" cap="none" strike="noStrike">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200"/>
                        <a:buFont typeface="Arial"/>
                        <a:buNone/>
                      </a:pPr>
                      <a:r>
                        <a:rPr b="1" lang="es-419" sz="1200" u="none" cap="none" strike="noStrike">
                          <a:latin typeface="Times New Roman"/>
                          <a:ea typeface="Times New Roman"/>
                          <a:cs typeface="Times New Roman"/>
                          <a:sym typeface="Times New Roman"/>
                        </a:rPr>
                        <a:t>del</a:t>
                      </a:r>
                      <a:endParaRPr b="1" sz="1200" u="none" cap="none" strike="noStrike">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200"/>
                        <a:buFont typeface="Arial"/>
                        <a:buNone/>
                      </a:pPr>
                      <a:r>
                        <a:rPr b="1" lang="es-419" sz="1200" u="none" cap="none" strike="noStrike">
                          <a:latin typeface="Times New Roman"/>
                          <a:ea typeface="Times New Roman"/>
                          <a:cs typeface="Times New Roman"/>
                          <a:sym typeface="Times New Roman"/>
                        </a:rPr>
                        <a:t>requerimiento:</a:t>
                      </a:r>
                      <a:endParaRPr b="1" sz="1200" u="none" cap="none" strike="noStrike">
                        <a:latin typeface="Times New Roman"/>
                        <a:ea typeface="Times New Roman"/>
                        <a:cs typeface="Times New Roman"/>
                        <a:sym typeface="Times New Roman"/>
                      </a:endParaRPr>
                    </a:p>
                  </a:txBody>
                  <a:tcPr marT="63500" marB="63500" marR="63500" marL="63500"/>
                </a:tc>
                <a:tc>
                  <a:txBody>
                    <a:bodyPr/>
                    <a:lstStyle/>
                    <a:p>
                      <a:pPr indent="0" lvl="0" marL="0" marR="0" rtl="0" algn="l">
                        <a:lnSpc>
                          <a:spcPct val="100000"/>
                        </a:lnSpc>
                        <a:spcBef>
                          <a:spcPts val="0"/>
                        </a:spcBef>
                        <a:spcAft>
                          <a:spcPts val="0"/>
                        </a:spcAft>
                        <a:buClr>
                          <a:srgbClr val="000000"/>
                        </a:buClr>
                        <a:buSzPts val="1200"/>
                        <a:buFont typeface="Arial"/>
                        <a:buNone/>
                      </a:pPr>
                      <a:r>
                        <a:rPr lang="es-419" sz="1200" u="none" cap="none" strike="noStrike">
                          <a:latin typeface="Times New Roman"/>
                          <a:ea typeface="Times New Roman"/>
                          <a:cs typeface="Times New Roman"/>
                          <a:sym typeface="Times New Roman"/>
                        </a:rPr>
                        <a:t>RNF01</a:t>
                      </a:r>
                      <a:endParaRPr sz="1200" u="none" cap="none" strike="noStrike">
                        <a:latin typeface="Times New Roman"/>
                        <a:ea typeface="Times New Roman"/>
                        <a:cs typeface="Times New Roman"/>
                        <a:sym typeface="Times New Roman"/>
                      </a:endParaRPr>
                    </a:p>
                  </a:txBody>
                  <a:tcPr marT="63500" marB="63500" marR="63500" marL="63500"/>
                </a:tc>
              </a:tr>
              <a:tr h="479675">
                <a:tc>
                  <a:txBody>
                    <a:bodyPr/>
                    <a:lstStyle/>
                    <a:p>
                      <a:pPr indent="0" lvl="0" marL="0" marR="0" rtl="0" algn="l">
                        <a:lnSpc>
                          <a:spcPct val="100000"/>
                        </a:lnSpc>
                        <a:spcBef>
                          <a:spcPts val="0"/>
                        </a:spcBef>
                        <a:spcAft>
                          <a:spcPts val="0"/>
                        </a:spcAft>
                        <a:buClr>
                          <a:srgbClr val="000000"/>
                        </a:buClr>
                        <a:buSzPts val="1200"/>
                        <a:buFont typeface="Arial"/>
                        <a:buNone/>
                      </a:pPr>
                      <a:r>
                        <a:rPr b="1" lang="es-419" sz="1200" u="none" cap="none" strike="noStrike">
                          <a:latin typeface="Times New Roman"/>
                          <a:ea typeface="Times New Roman"/>
                          <a:cs typeface="Times New Roman"/>
                          <a:sym typeface="Times New Roman"/>
                        </a:rPr>
                        <a:t>Nombre del</a:t>
                      </a:r>
                      <a:endParaRPr b="1" sz="1200" u="none" cap="none" strike="noStrike">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200"/>
                        <a:buFont typeface="Arial"/>
                        <a:buNone/>
                      </a:pPr>
                      <a:r>
                        <a:rPr b="1" lang="es-419" sz="1200" u="none" cap="none" strike="noStrike">
                          <a:latin typeface="Times New Roman"/>
                          <a:ea typeface="Times New Roman"/>
                          <a:cs typeface="Times New Roman"/>
                          <a:sym typeface="Times New Roman"/>
                        </a:rPr>
                        <a:t>requerimiento:</a:t>
                      </a:r>
                      <a:endParaRPr b="1" sz="1200" u="none" cap="none" strike="noStrike">
                        <a:latin typeface="Times New Roman"/>
                        <a:ea typeface="Times New Roman"/>
                        <a:cs typeface="Times New Roman"/>
                        <a:sym typeface="Times New Roman"/>
                      </a:endParaRPr>
                    </a:p>
                  </a:txBody>
                  <a:tcPr marT="63500" marB="63500" marR="63500" marL="63500">
                    <a:solidFill>
                      <a:srgbClr val="CCCCCC"/>
                    </a:solidFill>
                  </a:tcPr>
                </a:tc>
                <a:tc>
                  <a:txBody>
                    <a:bodyPr/>
                    <a:lstStyle/>
                    <a:p>
                      <a:pPr indent="0" lvl="0" marL="0" marR="0" rtl="0" algn="l">
                        <a:lnSpc>
                          <a:spcPct val="115000"/>
                        </a:lnSpc>
                        <a:spcBef>
                          <a:spcPts val="0"/>
                        </a:spcBef>
                        <a:spcAft>
                          <a:spcPts val="0"/>
                        </a:spcAft>
                        <a:buClr>
                          <a:srgbClr val="000000"/>
                        </a:buClr>
                        <a:buSzPts val="1200"/>
                        <a:buFont typeface="Arial"/>
                        <a:buNone/>
                      </a:pPr>
                      <a:r>
                        <a:rPr b="1" lang="es-419" sz="1200" u="none" cap="none" strike="noStrike">
                          <a:solidFill>
                            <a:schemeClr val="dk1"/>
                          </a:solidFill>
                          <a:latin typeface="Times New Roman"/>
                          <a:ea typeface="Times New Roman"/>
                          <a:cs typeface="Times New Roman"/>
                          <a:sym typeface="Times New Roman"/>
                        </a:rPr>
                        <a:t>Disponibilidad</a:t>
                      </a:r>
                      <a:endParaRPr b="1" sz="1200" u="none" cap="none" strike="noStrike">
                        <a:latin typeface="Times New Roman"/>
                        <a:ea typeface="Times New Roman"/>
                        <a:cs typeface="Times New Roman"/>
                        <a:sym typeface="Times New Roman"/>
                      </a:endParaRPr>
                    </a:p>
                  </a:txBody>
                  <a:tcPr marT="63500" marB="63500" marR="63500" marL="63500">
                    <a:solidFill>
                      <a:srgbClr val="CCCCCC"/>
                    </a:solidFill>
                  </a:tcPr>
                </a:tc>
              </a:tr>
              <a:tr h="419150">
                <a:tc>
                  <a:txBody>
                    <a:bodyPr/>
                    <a:lstStyle/>
                    <a:p>
                      <a:pPr indent="0" lvl="0" marL="0" marR="0" rtl="0" algn="l">
                        <a:lnSpc>
                          <a:spcPct val="100000"/>
                        </a:lnSpc>
                        <a:spcBef>
                          <a:spcPts val="0"/>
                        </a:spcBef>
                        <a:spcAft>
                          <a:spcPts val="0"/>
                        </a:spcAft>
                        <a:buClr>
                          <a:srgbClr val="000000"/>
                        </a:buClr>
                        <a:buSzPts val="1200"/>
                        <a:buFont typeface="Arial"/>
                        <a:buNone/>
                      </a:pPr>
                      <a:r>
                        <a:rPr b="1" lang="es-419" sz="1200" u="none" cap="none" strike="noStrike">
                          <a:latin typeface="Times New Roman"/>
                          <a:ea typeface="Times New Roman"/>
                          <a:cs typeface="Times New Roman"/>
                          <a:sym typeface="Times New Roman"/>
                        </a:rPr>
                        <a:t>Características:</a:t>
                      </a:r>
                      <a:endParaRPr b="1" sz="1200" u="none" cap="none" strike="noStrike">
                        <a:latin typeface="Times New Roman"/>
                        <a:ea typeface="Times New Roman"/>
                        <a:cs typeface="Times New Roman"/>
                        <a:sym typeface="Times New Roman"/>
                      </a:endParaRPr>
                    </a:p>
                  </a:txBody>
                  <a:tcPr marT="63500" marB="63500" marR="63500" marL="63500"/>
                </a:tc>
                <a:tc>
                  <a:txBody>
                    <a:bodyPr/>
                    <a:lstStyle/>
                    <a:p>
                      <a:pPr indent="0" lvl="0" marL="0" marR="0" rtl="0" algn="l">
                        <a:lnSpc>
                          <a:spcPct val="115000"/>
                        </a:lnSpc>
                        <a:spcBef>
                          <a:spcPts val="0"/>
                        </a:spcBef>
                        <a:spcAft>
                          <a:spcPts val="0"/>
                        </a:spcAft>
                        <a:buClr>
                          <a:schemeClr val="dk1"/>
                        </a:buClr>
                        <a:buSzPts val="1100"/>
                        <a:buFont typeface="Arial"/>
                        <a:buNone/>
                      </a:pPr>
                      <a:r>
                        <a:rPr lang="es-419" sz="1200" u="none" cap="none" strike="noStrike">
                          <a:latin typeface="Times New Roman"/>
                          <a:ea typeface="Times New Roman"/>
                          <a:cs typeface="Times New Roman"/>
                          <a:sym typeface="Times New Roman"/>
                        </a:rPr>
                        <a:t>el sistema es accesible para el usuario de acuerdo a la disposición de jornada laboral</a:t>
                      </a:r>
                      <a:endParaRPr sz="1200" u="none" cap="none" strike="noStrike">
                        <a:latin typeface="Times New Roman"/>
                        <a:ea typeface="Times New Roman"/>
                        <a:cs typeface="Times New Roman"/>
                        <a:sym typeface="Times New Roman"/>
                      </a:endParaRPr>
                    </a:p>
                  </a:txBody>
                  <a:tcPr marT="63500" marB="63500" marR="63500" marL="63500"/>
                </a:tc>
              </a:tr>
              <a:tr h="563800">
                <a:tc>
                  <a:txBody>
                    <a:bodyPr/>
                    <a:lstStyle/>
                    <a:p>
                      <a:pPr indent="0" lvl="0" marL="0" marR="0" rtl="0" algn="l">
                        <a:lnSpc>
                          <a:spcPct val="100000"/>
                        </a:lnSpc>
                        <a:spcBef>
                          <a:spcPts val="0"/>
                        </a:spcBef>
                        <a:spcAft>
                          <a:spcPts val="0"/>
                        </a:spcAft>
                        <a:buClr>
                          <a:srgbClr val="000000"/>
                        </a:buClr>
                        <a:buSzPts val="1200"/>
                        <a:buFont typeface="Arial"/>
                        <a:buNone/>
                      </a:pPr>
                      <a:r>
                        <a:rPr b="1" lang="es-419" sz="1200" u="none" cap="none" strike="noStrike">
                          <a:latin typeface="Times New Roman"/>
                          <a:ea typeface="Times New Roman"/>
                          <a:cs typeface="Times New Roman"/>
                          <a:sym typeface="Times New Roman"/>
                        </a:rPr>
                        <a:t>Descripción del</a:t>
                      </a:r>
                      <a:endParaRPr b="1" sz="1200" u="none" cap="none" strike="noStrike">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200"/>
                        <a:buFont typeface="Arial"/>
                        <a:buNone/>
                      </a:pPr>
                      <a:r>
                        <a:rPr b="1" lang="es-419" sz="1200" u="none" cap="none" strike="noStrike">
                          <a:latin typeface="Times New Roman"/>
                          <a:ea typeface="Times New Roman"/>
                          <a:cs typeface="Times New Roman"/>
                          <a:sym typeface="Times New Roman"/>
                        </a:rPr>
                        <a:t>requerimiento:</a:t>
                      </a:r>
                      <a:endParaRPr b="1" sz="1200" u="none" cap="none" strike="noStrike">
                        <a:latin typeface="Times New Roman"/>
                        <a:ea typeface="Times New Roman"/>
                        <a:cs typeface="Times New Roman"/>
                        <a:sym typeface="Times New Roman"/>
                      </a:endParaRPr>
                    </a:p>
                  </a:txBody>
                  <a:tcPr marT="63500" marB="63500" marR="63500" marL="63500">
                    <a:solidFill>
                      <a:srgbClr val="CCCCCC"/>
                    </a:solidFill>
                  </a:tcPr>
                </a:tc>
                <a:tc>
                  <a:txBody>
                    <a:bodyPr/>
                    <a:lstStyle/>
                    <a:p>
                      <a:pPr indent="0" lvl="0" marL="0" marR="0" rtl="0" algn="l">
                        <a:lnSpc>
                          <a:spcPct val="100000"/>
                        </a:lnSpc>
                        <a:spcBef>
                          <a:spcPts val="0"/>
                        </a:spcBef>
                        <a:spcAft>
                          <a:spcPts val="0"/>
                        </a:spcAft>
                        <a:buClr>
                          <a:schemeClr val="dk1"/>
                        </a:buClr>
                        <a:buSzPts val="1100"/>
                        <a:buFont typeface="Arial"/>
                        <a:buNone/>
                      </a:pPr>
                      <a:r>
                        <a:rPr lang="es-419" sz="1200" u="none" cap="none" strike="noStrike">
                          <a:solidFill>
                            <a:schemeClr val="dk1"/>
                          </a:solidFill>
                          <a:latin typeface="Times New Roman"/>
                          <a:ea typeface="Times New Roman"/>
                          <a:cs typeface="Times New Roman"/>
                          <a:sym typeface="Times New Roman"/>
                        </a:rPr>
                        <a:t>El sistema debe estar disponible al menos el 99% del tiempo durante el horario laboral de la empresa</a:t>
                      </a:r>
                      <a:endParaRPr sz="1200" u="none" cap="none" strike="noStrike">
                        <a:latin typeface="Times New Roman"/>
                        <a:ea typeface="Times New Roman"/>
                        <a:cs typeface="Times New Roman"/>
                        <a:sym typeface="Times New Roman"/>
                      </a:endParaRPr>
                    </a:p>
                  </a:txBody>
                  <a:tcPr marT="63500" marB="63500" marR="63500" marL="63500">
                    <a:solidFill>
                      <a:srgbClr val="CCCCCC"/>
                    </a:solidFill>
                  </a:tcPr>
                </a:tc>
              </a:tr>
              <a:tr h="479675">
                <a:tc>
                  <a:txBody>
                    <a:bodyPr/>
                    <a:lstStyle/>
                    <a:p>
                      <a:pPr indent="0" lvl="0" marL="0" marR="0" rtl="0" algn="l">
                        <a:lnSpc>
                          <a:spcPct val="100000"/>
                        </a:lnSpc>
                        <a:spcBef>
                          <a:spcPts val="0"/>
                        </a:spcBef>
                        <a:spcAft>
                          <a:spcPts val="0"/>
                        </a:spcAft>
                        <a:buClr>
                          <a:srgbClr val="000000"/>
                        </a:buClr>
                        <a:buSzPts val="1200"/>
                        <a:buFont typeface="Arial"/>
                        <a:buNone/>
                      </a:pPr>
                      <a:r>
                        <a:rPr b="1" lang="es-419" sz="1200" u="none" cap="none" strike="noStrike">
                          <a:latin typeface="Times New Roman"/>
                          <a:ea typeface="Times New Roman"/>
                          <a:cs typeface="Times New Roman"/>
                          <a:sym typeface="Times New Roman"/>
                        </a:rPr>
                        <a:t>Prioridad de</a:t>
                      </a:r>
                      <a:endParaRPr b="1" sz="1200" u="none" cap="none" strike="noStrike">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200"/>
                        <a:buFont typeface="Arial"/>
                        <a:buNone/>
                      </a:pPr>
                      <a:r>
                        <a:rPr b="1" lang="es-419" sz="1200" u="none" cap="none" strike="noStrike">
                          <a:latin typeface="Times New Roman"/>
                          <a:ea typeface="Times New Roman"/>
                          <a:cs typeface="Times New Roman"/>
                          <a:sym typeface="Times New Roman"/>
                        </a:rPr>
                        <a:t>requerimiento:</a:t>
                      </a:r>
                      <a:endParaRPr b="1" sz="1200" u="none" cap="none" strike="noStrike">
                        <a:latin typeface="Times New Roman"/>
                        <a:ea typeface="Times New Roman"/>
                        <a:cs typeface="Times New Roman"/>
                        <a:sym typeface="Times New Roman"/>
                      </a:endParaRPr>
                    </a:p>
                  </a:txBody>
                  <a:tcPr marT="63500" marB="63500" marR="63500" marL="63500"/>
                </a:tc>
                <a:tc>
                  <a:txBody>
                    <a:bodyPr/>
                    <a:lstStyle/>
                    <a:p>
                      <a:pPr indent="0" lvl="0" marL="0" marR="0" rtl="0" algn="l">
                        <a:lnSpc>
                          <a:spcPct val="100000"/>
                        </a:lnSpc>
                        <a:spcBef>
                          <a:spcPts val="0"/>
                        </a:spcBef>
                        <a:spcAft>
                          <a:spcPts val="0"/>
                        </a:spcAft>
                        <a:buClr>
                          <a:srgbClr val="000000"/>
                        </a:buClr>
                        <a:buSzPts val="1200"/>
                        <a:buFont typeface="Arial"/>
                        <a:buNone/>
                      </a:pPr>
                      <a:r>
                        <a:rPr lang="es-419" sz="1200" u="none" cap="none" strike="noStrike">
                          <a:latin typeface="Times New Roman"/>
                          <a:ea typeface="Times New Roman"/>
                          <a:cs typeface="Times New Roman"/>
                          <a:sym typeface="Times New Roman"/>
                        </a:rPr>
                        <a:t>Alta</a:t>
                      </a:r>
                      <a:endParaRPr sz="1200" u="none" cap="none" strike="noStrike">
                        <a:latin typeface="Times New Roman"/>
                        <a:ea typeface="Times New Roman"/>
                        <a:cs typeface="Times New Roman"/>
                        <a:sym typeface="Times New Roman"/>
                      </a:endParaRPr>
                    </a:p>
                  </a:txBody>
                  <a:tcPr marT="63500" marB="63500" marR="63500" marL="63500"/>
                </a:tc>
              </a:tr>
            </a:tbl>
          </a:graphicData>
        </a:graphic>
      </p:graphicFrame>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0" name="Shape 250"/>
        <p:cNvGrpSpPr/>
        <p:nvPr/>
      </p:nvGrpSpPr>
      <p:grpSpPr>
        <a:xfrm>
          <a:off x="0" y="0"/>
          <a:ext cx="0" cy="0"/>
          <a:chOff x="0" y="0"/>
          <a:chExt cx="0" cy="0"/>
        </a:xfrm>
      </p:grpSpPr>
      <p:graphicFrame>
        <p:nvGraphicFramePr>
          <p:cNvPr id="251" name="Google Shape;251;p32"/>
          <p:cNvGraphicFramePr/>
          <p:nvPr/>
        </p:nvGraphicFramePr>
        <p:xfrm>
          <a:off x="962013" y="1136650"/>
          <a:ext cx="3000000" cy="3000000"/>
        </p:xfrm>
        <a:graphic>
          <a:graphicData uri="http://schemas.openxmlformats.org/drawingml/2006/table">
            <a:tbl>
              <a:tblPr>
                <a:noFill/>
                <a:tableStyleId>{99F3DE70-1715-4968-B29D-26007897703B}</a:tableStyleId>
              </a:tblPr>
              <a:tblGrid>
                <a:gridCol w="1374150"/>
                <a:gridCol w="5541000"/>
              </a:tblGrid>
              <a:tr h="574275">
                <a:tc>
                  <a:txBody>
                    <a:bodyPr/>
                    <a:lstStyle/>
                    <a:p>
                      <a:pPr indent="0" lvl="0" marL="0" marR="0" rtl="0" algn="l">
                        <a:lnSpc>
                          <a:spcPct val="100000"/>
                        </a:lnSpc>
                        <a:spcBef>
                          <a:spcPts val="0"/>
                        </a:spcBef>
                        <a:spcAft>
                          <a:spcPts val="0"/>
                        </a:spcAft>
                        <a:buClr>
                          <a:srgbClr val="000000"/>
                        </a:buClr>
                        <a:buSzPts val="1200"/>
                        <a:buFont typeface="Arial"/>
                        <a:buNone/>
                      </a:pPr>
                      <a:r>
                        <a:rPr b="1" lang="es-419" sz="1200" u="none" cap="none" strike="noStrike">
                          <a:latin typeface="Times New Roman"/>
                          <a:ea typeface="Times New Roman"/>
                          <a:cs typeface="Times New Roman"/>
                          <a:sym typeface="Times New Roman"/>
                        </a:rPr>
                        <a:t>Identificación</a:t>
                      </a:r>
                      <a:endParaRPr b="1" sz="1200" u="none" cap="none" strike="noStrike">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200"/>
                        <a:buFont typeface="Arial"/>
                        <a:buNone/>
                      </a:pPr>
                      <a:r>
                        <a:rPr b="1" lang="es-419" sz="1200" u="none" cap="none" strike="noStrike">
                          <a:latin typeface="Times New Roman"/>
                          <a:ea typeface="Times New Roman"/>
                          <a:cs typeface="Times New Roman"/>
                          <a:sym typeface="Times New Roman"/>
                        </a:rPr>
                        <a:t>del</a:t>
                      </a:r>
                      <a:endParaRPr b="1" sz="1200" u="none" cap="none" strike="noStrike">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200"/>
                        <a:buFont typeface="Arial"/>
                        <a:buNone/>
                      </a:pPr>
                      <a:r>
                        <a:rPr b="1" lang="es-419" sz="1200" u="none" cap="none" strike="noStrike">
                          <a:latin typeface="Times New Roman"/>
                          <a:ea typeface="Times New Roman"/>
                          <a:cs typeface="Times New Roman"/>
                          <a:sym typeface="Times New Roman"/>
                        </a:rPr>
                        <a:t>requerimiento:</a:t>
                      </a:r>
                      <a:endParaRPr b="1" sz="1200" u="none" cap="none" strike="noStrike">
                        <a:latin typeface="Times New Roman"/>
                        <a:ea typeface="Times New Roman"/>
                        <a:cs typeface="Times New Roman"/>
                        <a:sym typeface="Times New Roman"/>
                      </a:endParaRPr>
                    </a:p>
                  </a:txBody>
                  <a:tcPr marT="63500" marB="63500" marR="63500" marL="63500"/>
                </a:tc>
                <a:tc>
                  <a:txBody>
                    <a:bodyPr/>
                    <a:lstStyle/>
                    <a:p>
                      <a:pPr indent="0" lvl="0" marL="0" marR="0" rtl="0" algn="l">
                        <a:lnSpc>
                          <a:spcPct val="100000"/>
                        </a:lnSpc>
                        <a:spcBef>
                          <a:spcPts val="0"/>
                        </a:spcBef>
                        <a:spcAft>
                          <a:spcPts val="0"/>
                        </a:spcAft>
                        <a:buClr>
                          <a:srgbClr val="000000"/>
                        </a:buClr>
                        <a:buSzPts val="1200"/>
                        <a:buFont typeface="Arial"/>
                        <a:buNone/>
                      </a:pPr>
                      <a:r>
                        <a:rPr lang="es-419" sz="1200" u="none" cap="none" strike="noStrike">
                          <a:latin typeface="Times New Roman"/>
                          <a:ea typeface="Times New Roman"/>
                          <a:cs typeface="Times New Roman"/>
                          <a:sym typeface="Times New Roman"/>
                        </a:rPr>
                        <a:t>RNF02</a:t>
                      </a:r>
                      <a:endParaRPr sz="1200" u="none" cap="none" strike="noStrike">
                        <a:latin typeface="Times New Roman"/>
                        <a:ea typeface="Times New Roman"/>
                        <a:cs typeface="Times New Roman"/>
                        <a:sym typeface="Times New Roman"/>
                      </a:endParaRPr>
                    </a:p>
                  </a:txBody>
                  <a:tcPr marT="63500" marB="63500" marR="63500" marL="63500"/>
                </a:tc>
              </a:tr>
              <a:tr h="479675">
                <a:tc>
                  <a:txBody>
                    <a:bodyPr/>
                    <a:lstStyle/>
                    <a:p>
                      <a:pPr indent="0" lvl="0" marL="0" marR="0" rtl="0" algn="l">
                        <a:lnSpc>
                          <a:spcPct val="100000"/>
                        </a:lnSpc>
                        <a:spcBef>
                          <a:spcPts val="0"/>
                        </a:spcBef>
                        <a:spcAft>
                          <a:spcPts val="0"/>
                        </a:spcAft>
                        <a:buClr>
                          <a:srgbClr val="000000"/>
                        </a:buClr>
                        <a:buSzPts val="1200"/>
                        <a:buFont typeface="Arial"/>
                        <a:buNone/>
                      </a:pPr>
                      <a:r>
                        <a:rPr b="1" lang="es-419" sz="1200" u="none" cap="none" strike="noStrike">
                          <a:latin typeface="Times New Roman"/>
                          <a:ea typeface="Times New Roman"/>
                          <a:cs typeface="Times New Roman"/>
                          <a:sym typeface="Times New Roman"/>
                        </a:rPr>
                        <a:t>Nombre del</a:t>
                      </a:r>
                      <a:endParaRPr b="1" sz="1200" u="none" cap="none" strike="noStrike">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200"/>
                        <a:buFont typeface="Arial"/>
                        <a:buNone/>
                      </a:pPr>
                      <a:r>
                        <a:rPr b="1" lang="es-419" sz="1200" u="none" cap="none" strike="noStrike">
                          <a:latin typeface="Times New Roman"/>
                          <a:ea typeface="Times New Roman"/>
                          <a:cs typeface="Times New Roman"/>
                          <a:sym typeface="Times New Roman"/>
                        </a:rPr>
                        <a:t>requerimiento:</a:t>
                      </a:r>
                      <a:endParaRPr b="1" sz="1200" u="none" cap="none" strike="noStrike">
                        <a:latin typeface="Times New Roman"/>
                        <a:ea typeface="Times New Roman"/>
                        <a:cs typeface="Times New Roman"/>
                        <a:sym typeface="Times New Roman"/>
                      </a:endParaRPr>
                    </a:p>
                  </a:txBody>
                  <a:tcPr marT="63500" marB="63500" marR="63500" marL="63500">
                    <a:solidFill>
                      <a:srgbClr val="CCCCCC"/>
                    </a:solidFill>
                  </a:tcPr>
                </a:tc>
                <a:tc>
                  <a:txBody>
                    <a:bodyPr/>
                    <a:lstStyle/>
                    <a:p>
                      <a:pPr indent="0" lvl="0" marL="0" marR="0" rtl="0" algn="l">
                        <a:lnSpc>
                          <a:spcPct val="115000"/>
                        </a:lnSpc>
                        <a:spcBef>
                          <a:spcPts val="0"/>
                        </a:spcBef>
                        <a:spcAft>
                          <a:spcPts val="0"/>
                        </a:spcAft>
                        <a:buClr>
                          <a:srgbClr val="000000"/>
                        </a:buClr>
                        <a:buSzPts val="1200"/>
                        <a:buFont typeface="Arial"/>
                        <a:buNone/>
                      </a:pPr>
                      <a:r>
                        <a:rPr b="1" lang="es-419" sz="1200" u="none" cap="none" strike="noStrike">
                          <a:solidFill>
                            <a:schemeClr val="dk1"/>
                          </a:solidFill>
                          <a:latin typeface="Times New Roman"/>
                          <a:ea typeface="Times New Roman"/>
                          <a:cs typeface="Times New Roman"/>
                          <a:sym typeface="Times New Roman"/>
                        </a:rPr>
                        <a:t>Rendimiento</a:t>
                      </a:r>
                      <a:endParaRPr sz="1200" u="none" cap="none" strike="noStrike">
                        <a:latin typeface="Times New Roman"/>
                        <a:ea typeface="Times New Roman"/>
                        <a:cs typeface="Times New Roman"/>
                        <a:sym typeface="Times New Roman"/>
                      </a:endParaRPr>
                    </a:p>
                  </a:txBody>
                  <a:tcPr marT="63500" marB="63500" marR="63500" marL="63500">
                    <a:solidFill>
                      <a:srgbClr val="CCCCCC"/>
                    </a:solidFill>
                  </a:tcPr>
                </a:tc>
              </a:tr>
              <a:tr h="419150">
                <a:tc>
                  <a:txBody>
                    <a:bodyPr/>
                    <a:lstStyle/>
                    <a:p>
                      <a:pPr indent="0" lvl="0" marL="0" marR="0" rtl="0" algn="l">
                        <a:lnSpc>
                          <a:spcPct val="100000"/>
                        </a:lnSpc>
                        <a:spcBef>
                          <a:spcPts val="0"/>
                        </a:spcBef>
                        <a:spcAft>
                          <a:spcPts val="0"/>
                        </a:spcAft>
                        <a:buClr>
                          <a:srgbClr val="000000"/>
                        </a:buClr>
                        <a:buSzPts val="1200"/>
                        <a:buFont typeface="Arial"/>
                        <a:buNone/>
                      </a:pPr>
                      <a:r>
                        <a:rPr b="1" lang="es-419" sz="1200" u="none" cap="none" strike="noStrike">
                          <a:latin typeface="Times New Roman"/>
                          <a:ea typeface="Times New Roman"/>
                          <a:cs typeface="Times New Roman"/>
                          <a:sym typeface="Times New Roman"/>
                        </a:rPr>
                        <a:t>Características:</a:t>
                      </a:r>
                      <a:endParaRPr b="1" sz="1200" u="none" cap="none" strike="noStrike">
                        <a:latin typeface="Times New Roman"/>
                        <a:ea typeface="Times New Roman"/>
                        <a:cs typeface="Times New Roman"/>
                        <a:sym typeface="Times New Roman"/>
                      </a:endParaRPr>
                    </a:p>
                  </a:txBody>
                  <a:tcPr marT="63500" marB="63500" marR="63500" marL="63500"/>
                </a:tc>
                <a:tc>
                  <a:txBody>
                    <a:bodyPr/>
                    <a:lstStyle/>
                    <a:p>
                      <a:pPr indent="0" lvl="0" marL="0" marR="0" rtl="0" algn="l">
                        <a:lnSpc>
                          <a:spcPct val="115000"/>
                        </a:lnSpc>
                        <a:spcBef>
                          <a:spcPts val="0"/>
                        </a:spcBef>
                        <a:spcAft>
                          <a:spcPts val="0"/>
                        </a:spcAft>
                        <a:buClr>
                          <a:srgbClr val="000000"/>
                        </a:buClr>
                        <a:buSzPts val="1200"/>
                        <a:buFont typeface="Arial"/>
                        <a:buNone/>
                      </a:pPr>
                      <a:r>
                        <a:rPr lang="es-419" sz="1200" u="none" cap="none" strike="noStrike">
                          <a:latin typeface="Times New Roman"/>
                          <a:ea typeface="Times New Roman"/>
                          <a:cs typeface="Times New Roman"/>
                          <a:sym typeface="Times New Roman"/>
                        </a:rPr>
                        <a:t>el sistema está optimizado para la respuesta inmediata al usuario</a:t>
                      </a:r>
                      <a:endParaRPr sz="1200" u="none" cap="none" strike="noStrike">
                        <a:latin typeface="Times New Roman"/>
                        <a:ea typeface="Times New Roman"/>
                        <a:cs typeface="Times New Roman"/>
                        <a:sym typeface="Times New Roman"/>
                      </a:endParaRPr>
                    </a:p>
                  </a:txBody>
                  <a:tcPr marT="63500" marB="63500" marR="63500" marL="63500"/>
                </a:tc>
              </a:tr>
              <a:tr h="563800">
                <a:tc>
                  <a:txBody>
                    <a:bodyPr/>
                    <a:lstStyle/>
                    <a:p>
                      <a:pPr indent="0" lvl="0" marL="0" marR="0" rtl="0" algn="l">
                        <a:lnSpc>
                          <a:spcPct val="100000"/>
                        </a:lnSpc>
                        <a:spcBef>
                          <a:spcPts val="0"/>
                        </a:spcBef>
                        <a:spcAft>
                          <a:spcPts val="0"/>
                        </a:spcAft>
                        <a:buClr>
                          <a:srgbClr val="000000"/>
                        </a:buClr>
                        <a:buSzPts val="1200"/>
                        <a:buFont typeface="Arial"/>
                        <a:buNone/>
                      </a:pPr>
                      <a:r>
                        <a:rPr b="1" lang="es-419" sz="1200" u="none" cap="none" strike="noStrike">
                          <a:latin typeface="Times New Roman"/>
                          <a:ea typeface="Times New Roman"/>
                          <a:cs typeface="Times New Roman"/>
                          <a:sym typeface="Times New Roman"/>
                        </a:rPr>
                        <a:t>Descripción del</a:t>
                      </a:r>
                      <a:endParaRPr b="1" sz="1200" u="none" cap="none" strike="noStrike">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200"/>
                        <a:buFont typeface="Arial"/>
                        <a:buNone/>
                      </a:pPr>
                      <a:r>
                        <a:rPr b="1" lang="es-419" sz="1200" u="none" cap="none" strike="noStrike">
                          <a:latin typeface="Times New Roman"/>
                          <a:ea typeface="Times New Roman"/>
                          <a:cs typeface="Times New Roman"/>
                          <a:sym typeface="Times New Roman"/>
                        </a:rPr>
                        <a:t>requerimiento:</a:t>
                      </a:r>
                      <a:endParaRPr b="1" sz="1200" u="none" cap="none" strike="noStrike">
                        <a:latin typeface="Times New Roman"/>
                        <a:ea typeface="Times New Roman"/>
                        <a:cs typeface="Times New Roman"/>
                        <a:sym typeface="Times New Roman"/>
                      </a:endParaRPr>
                    </a:p>
                  </a:txBody>
                  <a:tcPr marT="63500" marB="63500" marR="63500" marL="63500">
                    <a:solidFill>
                      <a:srgbClr val="CCCCCC"/>
                    </a:solidFill>
                  </a:tcPr>
                </a:tc>
                <a:tc>
                  <a:txBody>
                    <a:bodyPr/>
                    <a:lstStyle/>
                    <a:p>
                      <a:pPr indent="0" lvl="0" marL="0" marR="0" rtl="0" algn="l">
                        <a:lnSpc>
                          <a:spcPct val="115000"/>
                        </a:lnSpc>
                        <a:spcBef>
                          <a:spcPts val="0"/>
                        </a:spcBef>
                        <a:spcAft>
                          <a:spcPts val="0"/>
                        </a:spcAft>
                        <a:buClr>
                          <a:schemeClr val="dk1"/>
                        </a:buClr>
                        <a:buSzPts val="1100"/>
                        <a:buFont typeface="Arial"/>
                        <a:buNone/>
                      </a:pPr>
                      <a:r>
                        <a:rPr lang="es-419" sz="1200" u="none" cap="none" strike="noStrike">
                          <a:solidFill>
                            <a:schemeClr val="dk1"/>
                          </a:solidFill>
                          <a:latin typeface="Times New Roman"/>
                          <a:ea typeface="Times New Roman"/>
                          <a:cs typeface="Times New Roman"/>
                          <a:sym typeface="Times New Roman"/>
                        </a:rPr>
                        <a:t>El sistema debe responder a cualquier consulta o acción del usuario en menos de 3 segundos</a:t>
                      </a:r>
                      <a:endParaRPr sz="1200" u="none" cap="none" strike="noStrike">
                        <a:latin typeface="Times New Roman"/>
                        <a:ea typeface="Times New Roman"/>
                        <a:cs typeface="Times New Roman"/>
                        <a:sym typeface="Times New Roman"/>
                      </a:endParaRPr>
                    </a:p>
                  </a:txBody>
                  <a:tcPr marT="63500" marB="63500" marR="63500" marL="63500">
                    <a:solidFill>
                      <a:srgbClr val="CCCCCC"/>
                    </a:solidFill>
                  </a:tcPr>
                </a:tc>
              </a:tr>
              <a:tr h="479675">
                <a:tc>
                  <a:txBody>
                    <a:bodyPr/>
                    <a:lstStyle/>
                    <a:p>
                      <a:pPr indent="0" lvl="0" marL="0" marR="0" rtl="0" algn="l">
                        <a:lnSpc>
                          <a:spcPct val="100000"/>
                        </a:lnSpc>
                        <a:spcBef>
                          <a:spcPts val="0"/>
                        </a:spcBef>
                        <a:spcAft>
                          <a:spcPts val="0"/>
                        </a:spcAft>
                        <a:buClr>
                          <a:srgbClr val="000000"/>
                        </a:buClr>
                        <a:buSzPts val="1200"/>
                        <a:buFont typeface="Arial"/>
                        <a:buNone/>
                      </a:pPr>
                      <a:r>
                        <a:rPr b="1" lang="es-419" sz="1200" u="none" cap="none" strike="noStrike">
                          <a:latin typeface="Times New Roman"/>
                          <a:ea typeface="Times New Roman"/>
                          <a:cs typeface="Times New Roman"/>
                          <a:sym typeface="Times New Roman"/>
                        </a:rPr>
                        <a:t>Prioridad de</a:t>
                      </a:r>
                      <a:endParaRPr b="1" sz="1200" u="none" cap="none" strike="noStrike">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200"/>
                        <a:buFont typeface="Arial"/>
                        <a:buNone/>
                      </a:pPr>
                      <a:r>
                        <a:rPr b="1" lang="es-419" sz="1200" u="none" cap="none" strike="noStrike">
                          <a:latin typeface="Times New Roman"/>
                          <a:ea typeface="Times New Roman"/>
                          <a:cs typeface="Times New Roman"/>
                          <a:sym typeface="Times New Roman"/>
                        </a:rPr>
                        <a:t>requerimiento:</a:t>
                      </a:r>
                      <a:endParaRPr b="1" sz="1200" u="none" cap="none" strike="noStrike">
                        <a:latin typeface="Times New Roman"/>
                        <a:ea typeface="Times New Roman"/>
                        <a:cs typeface="Times New Roman"/>
                        <a:sym typeface="Times New Roman"/>
                      </a:endParaRPr>
                    </a:p>
                  </a:txBody>
                  <a:tcPr marT="63500" marB="63500" marR="63500" marL="63500"/>
                </a:tc>
                <a:tc>
                  <a:txBody>
                    <a:bodyPr/>
                    <a:lstStyle/>
                    <a:p>
                      <a:pPr indent="0" lvl="0" marL="0" marR="0" rtl="0" algn="l">
                        <a:lnSpc>
                          <a:spcPct val="100000"/>
                        </a:lnSpc>
                        <a:spcBef>
                          <a:spcPts val="0"/>
                        </a:spcBef>
                        <a:spcAft>
                          <a:spcPts val="0"/>
                        </a:spcAft>
                        <a:buClr>
                          <a:srgbClr val="000000"/>
                        </a:buClr>
                        <a:buSzPts val="1200"/>
                        <a:buFont typeface="Arial"/>
                        <a:buNone/>
                      </a:pPr>
                      <a:r>
                        <a:rPr lang="es-419" sz="1200" u="none" cap="none" strike="noStrike">
                          <a:latin typeface="Times New Roman"/>
                          <a:ea typeface="Times New Roman"/>
                          <a:cs typeface="Times New Roman"/>
                          <a:sym typeface="Times New Roman"/>
                        </a:rPr>
                        <a:t>Alta</a:t>
                      </a:r>
                      <a:endParaRPr sz="1200" u="none" cap="none" strike="noStrike">
                        <a:latin typeface="Times New Roman"/>
                        <a:ea typeface="Times New Roman"/>
                        <a:cs typeface="Times New Roman"/>
                        <a:sym typeface="Times New Roman"/>
                      </a:endParaRPr>
                    </a:p>
                  </a:txBody>
                  <a:tcPr marT="63500" marB="63500" marR="63500" marL="63500"/>
                </a:tc>
              </a:tr>
            </a:tbl>
          </a:graphicData>
        </a:graphic>
      </p:graphicFrame>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5" name="Shape 255"/>
        <p:cNvGrpSpPr/>
        <p:nvPr/>
      </p:nvGrpSpPr>
      <p:grpSpPr>
        <a:xfrm>
          <a:off x="0" y="0"/>
          <a:ext cx="0" cy="0"/>
          <a:chOff x="0" y="0"/>
          <a:chExt cx="0" cy="0"/>
        </a:xfrm>
      </p:grpSpPr>
      <p:graphicFrame>
        <p:nvGraphicFramePr>
          <p:cNvPr id="256" name="Google Shape;256;p33"/>
          <p:cNvGraphicFramePr/>
          <p:nvPr/>
        </p:nvGraphicFramePr>
        <p:xfrm>
          <a:off x="1038213" y="755650"/>
          <a:ext cx="3000000" cy="3000000"/>
        </p:xfrm>
        <a:graphic>
          <a:graphicData uri="http://schemas.openxmlformats.org/drawingml/2006/table">
            <a:tbl>
              <a:tblPr>
                <a:noFill/>
                <a:tableStyleId>{99F3DE70-1715-4968-B29D-26007897703B}</a:tableStyleId>
              </a:tblPr>
              <a:tblGrid>
                <a:gridCol w="1374150"/>
                <a:gridCol w="5541000"/>
              </a:tblGrid>
              <a:tr h="574275">
                <a:tc>
                  <a:txBody>
                    <a:bodyPr/>
                    <a:lstStyle/>
                    <a:p>
                      <a:pPr indent="0" lvl="0" marL="0" marR="0" rtl="0" algn="l">
                        <a:lnSpc>
                          <a:spcPct val="100000"/>
                        </a:lnSpc>
                        <a:spcBef>
                          <a:spcPts val="0"/>
                        </a:spcBef>
                        <a:spcAft>
                          <a:spcPts val="0"/>
                        </a:spcAft>
                        <a:buClr>
                          <a:srgbClr val="000000"/>
                        </a:buClr>
                        <a:buSzPts val="1200"/>
                        <a:buFont typeface="Arial"/>
                        <a:buNone/>
                      </a:pPr>
                      <a:r>
                        <a:rPr b="1" lang="es-419" sz="1200" u="none" cap="none" strike="noStrike">
                          <a:latin typeface="Times New Roman"/>
                          <a:ea typeface="Times New Roman"/>
                          <a:cs typeface="Times New Roman"/>
                          <a:sym typeface="Times New Roman"/>
                        </a:rPr>
                        <a:t>Identificación</a:t>
                      </a:r>
                      <a:endParaRPr b="1" sz="1200" u="none" cap="none" strike="noStrike">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200"/>
                        <a:buFont typeface="Arial"/>
                        <a:buNone/>
                      </a:pPr>
                      <a:r>
                        <a:rPr b="1" lang="es-419" sz="1200" u="none" cap="none" strike="noStrike">
                          <a:latin typeface="Times New Roman"/>
                          <a:ea typeface="Times New Roman"/>
                          <a:cs typeface="Times New Roman"/>
                          <a:sym typeface="Times New Roman"/>
                        </a:rPr>
                        <a:t>del</a:t>
                      </a:r>
                      <a:endParaRPr b="1" sz="1200" u="none" cap="none" strike="noStrike">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200"/>
                        <a:buFont typeface="Arial"/>
                        <a:buNone/>
                      </a:pPr>
                      <a:r>
                        <a:rPr b="1" lang="es-419" sz="1200" u="none" cap="none" strike="noStrike">
                          <a:latin typeface="Times New Roman"/>
                          <a:ea typeface="Times New Roman"/>
                          <a:cs typeface="Times New Roman"/>
                          <a:sym typeface="Times New Roman"/>
                        </a:rPr>
                        <a:t>requerimiento:</a:t>
                      </a:r>
                      <a:endParaRPr b="1" sz="1200" u="none" cap="none" strike="noStrike">
                        <a:latin typeface="Times New Roman"/>
                        <a:ea typeface="Times New Roman"/>
                        <a:cs typeface="Times New Roman"/>
                        <a:sym typeface="Times New Roman"/>
                      </a:endParaRPr>
                    </a:p>
                  </a:txBody>
                  <a:tcPr marT="63500" marB="63500" marR="63500" marL="63500"/>
                </a:tc>
                <a:tc>
                  <a:txBody>
                    <a:bodyPr/>
                    <a:lstStyle/>
                    <a:p>
                      <a:pPr indent="0" lvl="0" marL="0" marR="0" rtl="0" algn="l">
                        <a:lnSpc>
                          <a:spcPct val="100000"/>
                        </a:lnSpc>
                        <a:spcBef>
                          <a:spcPts val="0"/>
                        </a:spcBef>
                        <a:spcAft>
                          <a:spcPts val="0"/>
                        </a:spcAft>
                        <a:buClr>
                          <a:srgbClr val="000000"/>
                        </a:buClr>
                        <a:buSzPts val="1200"/>
                        <a:buFont typeface="Arial"/>
                        <a:buNone/>
                      </a:pPr>
                      <a:r>
                        <a:rPr lang="es-419" sz="1200" u="none" cap="none" strike="noStrike">
                          <a:latin typeface="Times New Roman"/>
                          <a:ea typeface="Times New Roman"/>
                          <a:cs typeface="Times New Roman"/>
                          <a:sym typeface="Times New Roman"/>
                        </a:rPr>
                        <a:t>RNF03</a:t>
                      </a:r>
                      <a:endParaRPr sz="1200" u="none" cap="none" strike="noStrike">
                        <a:latin typeface="Times New Roman"/>
                        <a:ea typeface="Times New Roman"/>
                        <a:cs typeface="Times New Roman"/>
                        <a:sym typeface="Times New Roman"/>
                      </a:endParaRPr>
                    </a:p>
                  </a:txBody>
                  <a:tcPr marT="63500" marB="63500" marR="63500" marL="63500"/>
                </a:tc>
              </a:tr>
              <a:tr h="685800">
                <a:tc>
                  <a:txBody>
                    <a:bodyPr/>
                    <a:lstStyle/>
                    <a:p>
                      <a:pPr indent="0" lvl="0" marL="0" marR="0" rtl="0" algn="l">
                        <a:lnSpc>
                          <a:spcPct val="100000"/>
                        </a:lnSpc>
                        <a:spcBef>
                          <a:spcPts val="0"/>
                        </a:spcBef>
                        <a:spcAft>
                          <a:spcPts val="0"/>
                        </a:spcAft>
                        <a:buClr>
                          <a:srgbClr val="000000"/>
                        </a:buClr>
                        <a:buSzPts val="1200"/>
                        <a:buFont typeface="Arial"/>
                        <a:buNone/>
                      </a:pPr>
                      <a:r>
                        <a:rPr b="1" lang="es-419" sz="1200" u="none" cap="none" strike="noStrike">
                          <a:latin typeface="Times New Roman"/>
                          <a:ea typeface="Times New Roman"/>
                          <a:cs typeface="Times New Roman"/>
                          <a:sym typeface="Times New Roman"/>
                        </a:rPr>
                        <a:t>Nombre del</a:t>
                      </a:r>
                      <a:endParaRPr b="1" sz="1200" u="none" cap="none" strike="noStrike">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200"/>
                        <a:buFont typeface="Arial"/>
                        <a:buNone/>
                      </a:pPr>
                      <a:r>
                        <a:rPr b="1" lang="es-419" sz="1200" u="none" cap="none" strike="noStrike">
                          <a:latin typeface="Times New Roman"/>
                          <a:ea typeface="Times New Roman"/>
                          <a:cs typeface="Times New Roman"/>
                          <a:sym typeface="Times New Roman"/>
                        </a:rPr>
                        <a:t>requerimiento:</a:t>
                      </a:r>
                      <a:endParaRPr b="1" sz="1200" u="none" cap="none" strike="noStrike">
                        <a:latin typeface="Times New Roman"/>
                        <a:ea typeface="Times New Roman"/>
                        <a:cs typeface="Times New Roman"/>
                        <a:sym typeface="Times New Roman"/>
                      </a:endParaRPr>
                    </a:p>
                  </a:txBody>
                  <a:tcPr marT="63500" marB="63500" marR="63500" marL="63500">
                    <a:solidFill>
                      <a:srgbClr val="CCCCCC"/>
                    </a:solidFill>
                  </a:tcPr>
                </a:tc>
                <a:tc>
                  <a:txBody>
                    <a:bodyPr/>
                    <a:lstStyle/>
                    <a:p>
                      <a:pPr indent="0" lvl="0" marL="0" marR="0" rtl="0" algn="l">
                        <a:lnSpc>
                          <a:spcPct val="115000"/>
                        </a:lnSpc>
                        <a:spcBef>
                          <a:spcPts val="0"/>
                        </a:spcBef>
                        <a:spcAft>
                          <a:spcPts val="0"/>
                        </a:spcAft>
                        <a:buClr>
                          <a:srgbClr val="000000"/>
                        </a:buClr>
                        <a:buSzPts val="1200"/>
                        <a:buFont typeface="Arial"/>
                        <a:buNone/>
                      </a:pPr>
                      <a:r>
                        <a:rPr b="1" lang="es-419" sz="1200" u="none" cap="none" strike="noStrike">
                          <a:solidFill>
                            <a:schemeClr val="dk1"/>
                          </a:solidFill>
                          <a:latin typeface="Times New Roman"/>
                          <a:ea typeface="Times New Roman"/>
                          <a:cs typeface="Times New Roman"/>
                          <a:sym typeface="Times New Roman"/>
                        </a:rPr>
                        <a:t>Seguridad</a:t>
                      </a:r>
                      <a:endParaRPr sz="1200" u="none" cap="none" strike="noStrike">
                        <a:latin typeface="Times New Roman"/>
                        <a:ea typeface="Times New Roman"/>
                        <a:cs typeface="Times New Roman"/>
                        <a:sym typeface="Times New Roman"/>
                      </a:endParaRPr>
                    </a:p>
                  </a:txBody>
                  <a:tcPr marT="63500" marB="63500" marR="63500" marL="63500">
                    <a:solidFill>
                      <a:srgbClr val="CCCCCC"/>
                    </a:solidFill>
                  </a:tcPr>
                </a:tc>
              </a:tr>
              <a:tr h="419150">
                <a:tc>
                  <a:txBody>
                    <a:bodyPr/>
                    <a:lstStyle/>
                    <a:p>
                      <a:pPr indent="0" lvl="0" marL="0" marR="0" rtl="0" algn="l">
                        <a:lnSpc>
                          <a:spcPct val="100000"/>
                        </a:lnSpc>
                        <a:spcBef>
                          <a:spcPts val="0"/>
                        </a:spcBef>
                        <a:spcAft>
                          <a:spcPts val="0"/>
                        </a:spcAft>
                        <a:buClr>
                          <a:srgbClr val="000000"/>
                        </a:buClr>
                        <a:buSzPts val="1200"/>
                        <a:buFont typeface="Arial"/>
                        <a:buNone/>
                      </a:pPr>
                      <a:r>
                        <a:rPr b="1" lang="es-419" sz="1200" u="none" cap="none" strike="noStrike">
                          <a:latin typeface="Times New Roman"/>
                          <a:ea typeface="Times New Roman"/>
                          <a:cs typeface="Times New Roman"/>
                          <a:sym typeface="Times New Roman"/>
                        </a:rPr>
                        <a:t>Características:</a:t>
                      </a:r>
                      <a:endParaRPr b="1" sz="1200" u="none" cap="none" strike="noStrike">
                        <a:latin typeface="Times New Roman"/>
                        <a:ea typeface="Times New Roman"/>
                        <a:cs typeface="Times New Roman"/>
                        <a:sym typeface="Times New Roman"/>
                      </a:endParaRPr>
                    </a:p>
                  </a:txBody>
                  <a:tcPr marT="63500" marB="63500" marR="63500" marL="63500"/>
                </a:tc>
                <a:tc>
                  <a:txBody>
                    <a:bodyPr/>
                    <a:lstStyle/>
                    <a:p>
                      <a:pPr indent="0" lvl="0" marL="0" marR="0" rtl="0" algn="l">
                        <a:lnSpc>
                          <a:spcPct val="115000"/>
                        </a:lnSpc>
                        <a:spcBef>
                          <a:spcPts val="0"/>
                        </a:spcBef>
                        <a:spcAft>
                          <a:spcPts val="0"/>
                        </a:spcAft>
                        <a:buClr>
                          <a:srgbClr val="000000"/>
                        </a:buClr>
                        <a:buSzPts val="1200"/>
                        <a:buFont typeface="Arial"/>
                        <a:buNone/>
                      </a:pPr>
                      <a:r>
                        <a:rPr lang="es-419" sz="1200" u="none" cap="none" strike="noStrike">
                          <a:latin typeface="Times New Roman"/>
                          <a:ea typeface="Times New Roman"/>
                          <a:cs typeface="Times New Roman"/>
                          <a:sym typeface="Times New Roman"/>
                        </a:rPr>
                        <a:t>el sistema le permitirá al usuario hacer un 2FA (autenticación de dos factores) y el resguardo de sus datos sensibles mediante encriptación de estos.</a:t>
                      </a:r>
                      <a:endParaRPr sz="1200" u="none" cap="none" strike="noStrike">
                        <a:latin typeface="Times New Roman"/>
                        <a:ea typeface="Times New Roman"/>
                        <a:cs typeface="Times New Roman"/>
                        <a:sym typeface="Times New Roman"/>
                      </a:endParaRPr>
                    </a:p>
                  </a:txBody>
                  <a:tcPr marT="63500" marB="63500" marR="63500" marL="63500"/>
                </a:tc>
              </a:tr>
              <a:tr h="563800">
                <a:tc>
                  <a:txBody>
                    <a:bodyPr/>
                    <a:lstStyle/>
                    <a:p>
                      <a:pPr indent="0" lvl="0" marL="0" marR="0" rtl="0" algn="l">
                        <a:lnSpc>
                          <a:spcPct val="100000"/>
                        </a:lnSpc>
                        <a:spcBef>
                          <a:spcPts val="0"/>
                        </a:spcBef>
                        <a:spcAft>
                          <a:spcPts val="0"/>
                        </a:spcAft>
                        <a:buClr>
                          <a:srgbClr val="000000"/>
                        </a:buClr>
                        <a:buSzPts val="1200"/>
                        <a:buFont typeface="Arial"/>
                        <a:buNone/>
                      </a:pPr>
                      <a:r>
                        <a:rPr b="1" lang="es-419" sz="1200" u="none" cap="none" strike="noStrike">
                          <a:latin typeface="Times New Roman"/>
                          <a:ea typeface="Times New Roman"/>
                          <a:cs typeface="Times New Roman"/>
                          <a:sym typeface="Times New Roman"/>
                        </a:rPr>
                        <a:t>Descripción del</a:t>
                      </a:r>
                      <a:endParaRPr b="1" sz="1200" u="none" cap="none" strike="noStrike">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200"/>
                        <a:buFont typeface="Arial"/>
                        <a:buNone/>
                      </a:pPr>
                      <a:r>
                        <a:rPr b="1" lang="es-419" sz="1200" u="none" cap="none" strike="noStrike">
                          <a:latin typeface="Times New Roman"/>
                          <a:ea typeface="Times New Roman"/>
                          <a:cs typeface="Times New Roman"/>
                          <a:sym typeface="Times New Roman"/>
                        </a:rPr>
                        <a:t>requerimiento:</a:t>
                      </a:r>
                      <a:endParaRPr b="1" sz="1200" u="none" cap="none" strike="noStrike">
                        <a:latin typeface="Times New Roman"/>
                        <a:ea typeface="Times New Roman"/>
                        <a:cs typeface="Times New Roman"/>
                        <a:sym typeface="Times New Roman"/>
                      </a:endParaRPr>
                    </a:p>
                  </a:txBody>
                  <a:tcPr marT="63500" marB="63500" marR="63500" marL="63500">
                    <a:solidFill>
                      <a:srgbClr val="CCCCCC"/>
                    </a:solidFill>
                  </a:tcPr>
                </a:tc>
                <a:tc>
                  <a:txBody>
                    <a:bodyPr/>
                    <a:lstStyle/>
                    <a:p>
                      <a:pPr indent="0" lvl="0" marL="0" marR="0" rtl="0" algn="l">
                        <a:lnSpc>
                          <a:spcPct val="115000"/>
                        </a:lnSpc>
                        <a:spcBef>
                          <a:spcPts val="0"/>
                        </a:spcBef>
                        <a:spcAft>
                          <a:spcPts val="0"/>
                        </a:spcAft>
                        <a:buClr>
                          <a:schemeClr val="dk1"/>
                        </a:buClr>
                        <a:buSzPts val="1100"/>
                        <a:buFont typeface="Arial"/>
                        <a:buNone/>
                      </a:pPr>
                      <a:r>
                        <a:rPr lang="es-419" sz="1200" u="none" cap="none" strike="noStrike">
                          <a:solidFill>
                            <a:schemeClr val="dk1"/>
                          </a:solidFill>
                          <a:latin typeface="Times New Roman"/>
                          <a:ea typeface="Times New Roman"/>
                          <a:cs typeface="Times New Roman"/>
                          <a:sym typeface="Times New Roman"/>
                        </a:rPr>
                        <a:t>El sistema debe contar con autenticación de usuarios y encriptación de datos sensibles como contraseñas y correos.</a:t>
                      </a:r>
                      <a:endParaRPr sz="1200" u="none" cap="none" strike="noStrike">
                        <a:latin typeface="Times New Roman"/>
                        <a:ea typeface="Times New Roman"/>
                        <a:cs typeface="Times New Roman"/>
                        <a:sym typeface="Times New Roman"/>
                      </a:endParaRPr>
                    </a:p>
                  </a:txBody>
                  <a:tcPr marT="63500" marB="63500" marR="63500" marL="63500">
                    <a:solidFill>
                      <a:srgbClr val="CCCCCC"/>
                    </a:solidFill>
                  </a:tcPr>
                </a:tc>
              </a:tr>
              <a:tr h="479675">
                <a:tc>
                  <a:txBody>
                    <a:bodyPr/>
                    <a:lstStyle/>
                    <a:p>
                      <a:pPr indent="0" lvl="0" marL="0" marR="0" rtl="0" algn="l">
                        <a:lnSpc>
                          <a:spcPct val="100000"/>
                        </a:lnSpc>
                        <a:spcBef>
                          <a:spcPts val="0"/>
                        </a:spcBef>
                        <a:spcAft>
                          <a:spcPts val="0"/>
                        </a:spcAft>
                        <a:buClr>
                          <a:srgbClr val="000000"/>
                        </a:buClr>
                        <a:buSzPts val="1200"/>
                        <a:buFont typeface="Arial"/>
                        <a:buNone/>
                      </a:pPr>
                      <a:r>
                        <a:rPr b="1" lang="es-419" sz="1200" u="none" cap="none" strike="noStrike">
                          <a:latin typeface="Times New Roman"/>
                          <a:ea typeface="Times New Roman"/>
                          <a:cs typeface="Times New Roman"/>
                          <a:sym typeface="Times New Roman"/>
                        </a:rPr>
                        <a:t>Prioridad de</a:t>
                      </a:r>
                      <a:endParaRPr b="1" sz="1200" u="none" cap="none" strike="noStrike">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200"/>
                        <a:buFont typeface="Arial"/>
                        <a:buNone/>
                      </a:pPr>
                      <a:r>
                        <a:rPr b="1" lang="es-419" sz="1200" u="none" cap="none" strike="noStrike">
                          <a:latin typeface="Times New Roman"/>
                          <a:ea typeface="Times New Roman"/>
                          <a:cs typeface="Times New Roman"/>
                          <a:sym typeface="Times New Roman"/>
                        </a:rPr>
                        <a:t>requerimiento:</a:t>
                      </a:r>
                      <a:endParaRPr b="1" sz="1200" u="none" cap="none" strike="noStrike">
                        <a:latin typeface="Times New Roman"/>
                        <a:ea typeface="Times New Roman"/>
                        <a:cs typeface="Times New Roman"/>
                        <a:sym typeface="Times New Roman"/>
                      </a:endParaRPr>
                    </a:p>
                  </a:txBody>
                  <a:tcPr marT="63500" marB="63500" marR="63500" marL="63500"/>
                </a:tc>
                <a:tc>
                  <a:txBody>
                    <a:bodyPr/>
                    <a:lstStyle/>
                    <a:p>
                      <a:pPr indent="0" lvl="0" marL="0" marR="0" rtl="0" algn="l">
                        <a:lnSpc>
                          <a:spcPct val="100000"/>
                        </a:lnSpc>
                        <a:spcBef>
                          <a:spcPts val="0"/>
                        </a:spcBef>
                        <a:spcAft>
                          <a:spcPts val="0"/>
                        </a:spcAft>
                        <a:buClr>
                          <a:srgbClr val="000000"/>
                        </a:buClr>
                        <a:buSzPts val="1200"/>
                        <a:buFont typeface="Arial"/>
                        <a:buNone/>
                      </a:pPr>
                      <a:r>
                        <a:rPr lang="es-419" sz="1200" u="none" cap="none" strike="noStrike">
                          <a:latin typeface="Times New Roman"/>
                          <a:ea typeface="Times New Roman"/>
                          <a:cs typeface="Times New Roman"/>
                          <a:sym typeface="Times New Roman"/>
                        </a:rPr>
                        <a:t>Alta</a:t>
                      </a:r>
                      <a:endParaRPr sz="1200" u="none" cap="none" strike="noStrike">
                        <a:latin typeface="Times New Roman"/>
                        <a:ea typeface="Times New Roman"/>
                        <a:cs typeface="Times New Roman"/>
                        <a:sym typeface="Times New Roman"/>
                      </a:endParaRPr>
                    </a:p>
                  </a:txBody>
                  <a:tcPr marT="63500" marB="63500" marR="63500" marL="63500"/>
                </a:tc>
              </a:tr>
            </a:tbl>
          </a:graphicData>
        </a:graphic>
      </p:graphicFrame>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0" name="Shape 260"/>
        <p:cNvGrpSpPr/>
        <p:nvPr/>
      </p:nvGrpSpPr>
      <p:grpSpPr>
        <a:xfrm>
          <a:off x="0" y="0"/>
          <a:ext cx="0" cy="0"/>
          <a:chOff x="0" y="0"/>
          <a:chExt cx="0" cy="0"/>
        </a:xfrm>
      </p:grpSpPr>
      <p:graphicFrame>
        <p:nvGraphicFramePr>
          <p:cNvPr id="261" name="Google Shape;261;p34"/>
          <p:cNvGraphicFramePr/>
          <p:nvPr/>
        </p:nvGraphicFramePr>
        <p:xfrm>
          <a:off x="1114413" y="831850"/>
          <a:ext cx="3000000" cy="3000000"/>
        </p:xfrm>
        <a:graphic>
          <a:graphicData uri="http://schemas.openxmlformats.org/drawingml/2006/table">
            <a:tbl>
              <a:tblPr>
                <a:noFill/>
                <a:tableStyleId>{99F3DE70-1715-4968-B29D-26007897703B}</a:tableStyleId>
              </a:tblPr>
              <a:tblGrid>
                <a:gridCol w="1374150"/>
                <a:gridCol w="5541000"/>
              </a:tblGrid>
              <a:tr h="574275">
                <a:tc>
                  <a:txBody>
                    <a:bodyPr/>
                    <a:lstStyle/>
                    <a:p>
                      <a:pPr indent="0" lvl="0" marL="0" marR="0" rtl="0" algn="l">
                        <a:lnSpc>
                          <a:spcPct val="100000"/>
                        </a:lnSpc>
                        <a:spcBef>
                          <a:spcPts val="0"/>
                        </a:spcBef>
                        <a:spcAft>
                          <a:spcPts val="0"/>
                        </a:spcAft>
                        <a:buClr>
                          <a:srgbClr val="000000"/>
                        </a:buClr>
                        <a:buSzPts val="1200"/>
                        <a:buFont typeface="Arial"/>
                        <a:buNone/>
                      </a:pPr>
                      <a:r>
                        <a:rPr b="1" lang="es-419" sz="1200" u="none" cap="none" strike="noStrike">
                          <a:latin typeface="Times New Roman"/>
                          <a:ea typeface="Times New Roman"/>
                          <a:cs typeface="Times New Roman"/>
                          <a:sym typeface="Times New Roman"/>
                        </a:rPr>
                        <a:t>Identificación</a:t>
                      </a:r>
                      <a:endParaRPr b="1" sz="1200" u="none" cap="none" strike="noStrike">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200"/>
                        <a:buFont typeface="Arial"/>
                        <a:buNone/>
                      </a:pPr>
                      <a:r>
                        <a:rPr b="1" lang="es-419" sz="1200" u="none" cap="none" strike="noStrike">
                          <a:latin typeface="Times New Roman"/>
                          <a:ea typeface="Times New Roman"/>
                          <a:cs typeface="Times New Roman"/>
                          <a:sym typeface="Times New Roman"/>
                        </a:rPr>
                        <a:t>del</a:t>
                      </a:r>
                      <a:endParaRPr b="1" sz="1200" u="none" cap="none" strike="noStrike">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200"/>
                        <a:buFont typeface="Arial"/>
                        <a:buNone/>
                      </a:pPr>
                      <a:r>
                        <a:rPr b="1" lang="es-419" sz="1200" u="none" cap="none" strike="noStrike">
                          <a:latin typeface="Times New Roman"/>
                          <a:ea typeface="Times New Roman"/>
                          <a:cs typeface="Times New Roman"/>
                          <a:sym typeface="Times New Roman"/>
                        </a:rPr>
                        <a:t>requerimiento:</a:t>
                      </a:r>
                      <a:endParaRPr b="1" sz="1200" u="none" cap="none" strike="noStrike">
                        <a:latin typeface="Times New Roman"/>
                        <a:ea typeface="Times New Roman"/>
                        <a:cs typeface="Times New Roman"/>
                        <a:sym typeface="Times New Roman"/>
                      </a:endParaRPr>
                    </a:p>
                  </a:txBody>
                  <a:tcPr marT="63500" marB="63500" marR="63500" marL="63500"/>
                </a:tc>
                <a:tc>
                  <a:txBody>
                    <a:bodyPr/>
                    <a:lstStyle/>
                    <a:p>
                      <a:pPr indent="0" lvl="0" marL="0" marR="0" rtl="0" algn="l">
                        <a:lnSpc>
                          <a:spcPct val="100000"/>
                        </a:lnSpc>
                        <a:spcBef>
                          <a:spcPts val="0"/>
                        </a:spcBef>
                        <a:spcAft>
                          <a:spcPts val="0"/>
                        </a:spcAft>
                        <a:buClr>
                          <a:srgbClr val="000000"/>
                        </a:buClr>
                        <a:buSzPts val="1200"/>
                        <a:buFont typeface="Arial"/>
                        <a:buNone/>
                      </a:pPr>
                      <a:r>
                        <a:rPr lang="es-419" sz="1200" u="none" cap="none" strike="noStrike">
                          <a:latin typeface="Times New Roman"/>
                          <a:ea typeface="Times New Roman"/>
                          <a:cs typeface="Times New Roman"/>
                          <a:sym typeface="Times New Roman"/>
                        </a:rPr>
                        <a:t>RNF04</a:t>
                      </a:r>
                      <a:endParaRPr sz="1200" u="none" cap="none" strike="noStrike">
                        <a:latin typeface="Times New Roman"/>
                        <a:ea typeface="Times New Roman"/>
                        <a:cs typeface="Times New Roman"/>
                        <a:sym typeface="Times New Roman"/>
                      </a:endParaRPr>
                    </a:p>
                  </a:txBody>
                  <a:tcPr marT="63500" marB="63500" marR="63500" marL="63500"/>
                </a:tc>
              </a:tr>
              <a:tr h="685800">
                <a:tc>
                  <a:txBody>
                    <a:bodyPr/>
                    <a:lstStyle/>
                    <a:p>
                      <a:pPr indent="0" lvl="0" marL="0" marR="0" rtl="0" algn="l">
                        <a:lnSpc>
                          <a:spcPct val="100000"/>
                        </a:lnSpc>
                        <a:spcBef>
                          <a:spcPts val="0"/>
                        </a:spcBef>
                        <a:spcAft>
                          <a:spcPts val="0"/>
                        </a:spcAft>
                        <a:buClr>
                          <a:srgbClr val="000000"/>
                        </a:buClr>
                        <a:buSzPts val="1200"/>
                        <a:buFont typeface="Arial"/>
                        <a:buNone/>
                      </a:pPr>
                      <a:r>
                        <a:rPr b="1" lang="es-419" sz="1200" u="none" cap="none" strike="noStrike">
                          <a:latin typeface="Times New Roman"/>
                          <a:ea typeface="Times New Roman"/>
                          <a:cs typeface="Times New Roman"/>
                          <a:sym typeface="Times New Roman"/>
                        </a:rPr>
                        <a:t>Nombre del</a:t>
                      </a:r>
                      <a:endParaRPr b="1" sz="1200" u="none" cap="none" strike="noStrike">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200"/>
                        <a:buFont typeface="Arial"/>
                        <a:buNone/>
                      </a:pPr>
                      <a:r>
                        <a:rPr b="1" lang="es-419" sz="1200" u="none" cap="none" strike="noStrike">
                          <a:latin typeface="Times New Roman"/>
                          <a:ea typeface="Times New Roman"/>
                          <a:cs typeface="Times New Roman"/>
                          <a:sym typeface="Times New Roman"/>
                        </a:rPr>
                        <a:t>requerimiento:</a:t>
                      </a:r>
                      <a:endParaRPr b="1" sz="1200" u="none" cap="none" strike="noStrike">
                        <a:latin typeface="Times New Roman"/>
                        <a:ea typeface="Times New Roman"/>
                        <a:cs typeface="Times New Roman"/>
                        <a:sym typeface="Times New Roman"/>
                      </a:endParaRPr>
                    </a:p>
                  </a:txBody>
                  <a:tcPr marT="63500" marB="63500" marR="63500" marL="63500">
                    <a:solidFill>
                      <a:srgbClr val="CCCCCC"/>
                    </a:solidFill>
                  </a:tcPr>
                </a:tc>
                <a:tc>
                  <a:txBody>
                    <a:bodyPr/>
                    <a:lstStyle/>
                    <a:p>
                      <a:pPr indent="0" lvl="0" marL="0" marR="0" rtl="0" algn="l">
                        <a:lnSpc>
                          <a:spcPct val="115000"/>
                        </a:lnSpc>
                        <a:spcBef>
                          <a:spcPts val="0"/>
                        </a:spcBef>
                        <a:spcAft>
                          <a:spcPts val="0"/>
                        </a:spcAft>
                        <a:buClr>
                          <a:srgbClr val="000000"/>
                        </a:buClr>
                        <a:buSzPts val="1200"/>
                        <a:buFont typeface="Arial"/>
                        <a:buNone/>
                      </a:pPr>
                      <a:r>
                        <a:rPr b="1" lang="es-419" sz="1200" u="none" cap="none" strike="noStrike">
                          <a:solidFill>
                            <a:schemeClr val="dk1"/>
                          </a:solidFill>
                          <a:latin typeface="Times New Roman"/>
                          <a:ea typeface="Times New Roman"/>
                          <a:cs typeface="Times New Roman"/>
                          <a:sym typeface="Times New Roman"/>
                        </a:rPr>
                        <a:t>Escalabilidad</a:t>
                      </a:r>
                      <a:endParaRPr sz="1200" u="none" cap="none" strike="noStrike">
                        <a:latin typeface="Times New Roman"/>
                        <a:ea typeface="Times New Roman"/>
                        <a:cs typeface="Times New Roman"/>
                        <a:sym typeface="Times New Roman"/>
                      </a:endParaRPr>
                    </a:p>
                  </a:txBody>
                  <a:tcPr marT="63500" marB="63500" marR="63500" marL="63500">
                    <a:solidFill>
                      <a:srgbClr val="CCCCCC"/>
                    </a:solidFill>
                  </a:tcPr>
                </a:tc>
              </a:tr>
              <a:tr h="419150">
                <a:tc>
                  <a:txBody>
                    <a:bodyPr/>
                    <a:lstStyle/>
                    <a:p>
                      <a:pPr indent="0" lvl="0" marL="0" marR="0" rtl="0" algn="l">
                        <a:lnSpc>
                          <a:spcPct val="100000"/>
                        </a:lnSpc>
                        <a:spcBef>
                          <a:spcPts val="0"/>
                        </a:spcBef>
                        <a:spcAft>
                          <a:spcPts val="0"/>
                        </a:spcAft>
                        <a:buClr>
                          <a:srgbClr val="000000"/>
                        </a:buClr>
                        <a:buSzPts val="1200"/>
                        <a:buFont typeface="Arial"/>
                        <a:buNone/>
                      </a:pPr>
                      <a:r>
                        <a:rPr b="1" lang="es-419" sz="1200" u="none" cap="none" strike="noStrike">
                          <a:latin typeface="Times New Roman"/>
                          <a:ea typeface="Times New Roman"/>
                          <a:cs typeface="Times New Roman"/>
                          <a:sym typeface="Times New Roman"/>
                        </a:rPr>
                        <a:t>Características:</a:t>
                      </a:r>
                      <a:endParaRPr b="1" sz="1200" u="none" cap="none" strike="noStrike">
                        <a:latin typeface="Times New Roman"/>
                        <a:ea typeface="Times New Roman"/>
                        <a:cs typeface="Times New Roman"/>
                        <a:sym typeface="Times New Roman"/>
                      </a:endParaRPr>
                    </a:p>
                  </a:txBody>
                  <a:tcPr marT="63500" marB="63500" marR="63500" marL="63500"/>
                </a:tc>
                <a:tc>
                  <a:txBody>
                    <a:bodyPr/>
                    <a:lstStyle/>
                    <a:p>
                      <a:pPr indent="0" lvl="0" marL="0" marR="0" rtl="0" algn="l">
                        <a:lnSpc>
                          <a:spcPct val="115000"/>
                        </a:lnSpc>
                        <a:spcBef>
                          <a:spcPts val="0"/>
                        </a:spcBef>
                        <a:spcAft>
                          <a:spcPts val="0"/>
                        </a:spcAft>
                        <a:buClr>
                          <a:srgbClr val="000000"/>
                        </a:buClr>
                        <a:buSzPts val="1200"/>
                        <a:buFont typeface="Arial"/>
                        <a:buNone/>
                      </a:pPr>
                      <a:r>
                        <a:rPr lang="es-419" sz="1200" u="none" cap="none" strike="noStrike">
                          <a:latin typeface="Times New Roman"/>
                          <a:ea typeface="Times New Roman"/>
                          <a:cs typeface="Times New Roman"/>
                          <a:sym typeface="Times New Roman"/>
                        </a:rPr>
                        <a:t>el sistema estará sujeto a constante actualización.</a:t>
                      </a:r>
                      <a:endParaRPr sz="1200" u="none" cap="none" strike="noStrike">
                        <a:latin typeface="Times New Roman"/>
                        <a:ea typeface="Times New Roman"/>
                        <a:cs typeface="Times New Roman"/>
                        <a:sym typeface="Times New Roman"/>
                      </a:endParaRPr>
                    </a:p>
                  </a:txBody>
                  <a:tcPr marT="63500" marB="63500" marR="63500" marL="63500"/>
                </a:tc>
              </a:tr>
              <a:tr h="563800">
                <a:tc>
                  <a:txBody>
                    <a:bodyPr/>
                    <a:lstStyle/>
                    <a:p>
                      <a:pPr indent="0" lvl="0" marL="0" marR="0" rtl="0" algn="l">
                        <a:lnSpc>
                          <a:spcPct val="100000"/>
                        </a:lnSpc>
                        <a:spcBef>
                          <a:spcPts val="0"/>
                        </a:spcBef>
                        <a:spcAft>
                          <a:spcPts val="0"/>
                        </a:spcAft>
                        <a:buClr>
                          <a:srgbClr val="000000"/>
                        </a:buClr>
                        <a:buSzPts val="1200"/>
                        <a:buFont typeface="Arial"/>
                        <a:buNone/>
                      </a:pPr>
                      <a:r>
                        <a:rPr b="1" lang="es-419" sz="1200" u="none" cap="none" strike="noStrike">
                          <a:latin typeface="Times New Roman"/>
                          <a:ea typeface="Times New Roman"/>
                          <a:cs typeface="Times New Roman"/>
                          <a:sym typeface="Times New Roman"/>
                        </a:rPr>
                        <a:t>Descripción del</a:t>
                      </a:r>
                      <a:endParaRPr b="1" sz="1200" u="none" cap="none" strike="noStrike">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200"/>
                        <a:buFont typeface="Arial"/>
                        <a:buNone/>
                      </a:pPr>
                      <a:r>
                        <a:rPr b="1" lang="es-419" sz="1200" u="none" cap="none" strike="noStrike">
                          <a:latin typeface="Times New Roman"/>
                          <a:ea typeface="Times New Roman"/>
                          <a:cs typeface="Times New Roman"/>
                          <a:sym typeface="Times New Roman"/>
                        </a:rPr>
                        <a:t>requerimiento:</a:t>
                      </a:r>
                      <a:endParaRPr b="1" sz="1200" u="none" cap="none" strike="noStrike">
                        <a:latin typeface="Times New Roman"/>
                        <a:ea typeface="Times New Roman"/>
                        <a:cs typeface="Times New Roman"/>
                        <a:sym typeface="Times New Roman"/>
                      </a:endParaRPr>
                    </a:p>
                  </a:txBody>
                  <a:tcPr marT="63500" marB="63500" marR="63500" marL="63500">
                    <a:solidFill>
                      <a:srgbClr val="CCCCCC"/>
                    </a:solidFill>
                  </a:tcPr>
                </a:tc>
                <a:tc>
                  <a:txBody>
                    <a:bodyPr/>
                    <a:lstStyle/>
                    <a:p>
                      <a:pPr indent="0" lvl="0" marL="0" marR="0" rtl="0" algn="l">
                        <a:lnSpc>
                          <a:spcPct val="115000"/>
                        </a:lnSpc>
                        <a:spcBef>
                          <a:spcPts val="0"/>
                        </a:spcBef>
                        <a:spcAft>
                          <a:spcPts val="0"/>
                        </a:spcAft>
                        <a:buClr>
                          <a:schemeClr val="dk1"/>
                        </a:buClr>
                        <a:buSzPts val="1100"/>
                        <a:buFont typeface="Arial"/>
                        <a:buNone/>
                      </a:pPr>
                      <a:r>
                        <a:rPr lang="es-419" sz="1200" u="none" cap="none" strike="noStrike">
                          <a:solidFill>
                            <a:schemeClr val="dk1"/>
                          </a:solidFill>
                          <a:latin typeface="Times New Roman"/>
                          <a:ea typeface="Times New Roman"/>
                          <a:cs typeface="Times New Roman"/>
                          <a:sym typeface="Times New Roman"/>
                        </a:rPr>
                        <a:t>El sistema debe poder adaptarse al crecimiento del número de clientes y usuarios sin pérdida de rendimiento.</a:t>
                      </a:r>
                      <a:endParaRPr sz="1200" u="none" cap="none" strike="noStrike">
                        <a:latin typeface="Times New Roman"/>
                        <a:ea typeface="Times New Roman"/>
                        <a:cs typeface="Times New Roman"/>
                        <a:sym typeface="Times New Roman"/>
                      </a:endParaRPr>
                    </a:p>
                  </a:txBody>
                  <a:tcPr marT="63500" marB="63500" marR="63500" marL="63500">
                    <a:solidFill>
                      <a:srgbClr val="CCCCCC"/>
                    </a:solidFill>
                  </a:tcPr>
                </a:tc>
              </a:tr>
              <a:tr h="479675">
                <a:tc>
                  <a:txBody>
                    <a:bodyPr/>
                    <a:lstStyle/>
                    <a:p>
                      <a:pPr indent="0" lvl="0" marL="0" marR="0" rtl="0" algn="l">
                        <a:lnSpc>
                          <a:spcPct val="100000"/>
                        </a:lnSpc>
                        <a:spcBef>
                          <a:spcPts val="0"/>
                        </a:spcBef>
                        <a:spcAft>
                          <a:spcPts val="0"/>
                        </a:spcAft>
                        <a:buClr>
                          <a:srgbClr val="000000"/>
                        </a:buClr>
                        <a:buSzPts val="1200"/>
                        <a:buFont typeface="Arial"/>
                        <a:buNone/>
                      </a:pPr>
                      <a:r>
                        <a:rPr b="1" lang="es-419" sz="1200" u="none" cap="none" strike="noStrike">
                          <a:latin typeface="Times New Roman"/>
                          <a:ea typeface="Times New Roman"/>
                          <a:cs typeface="Times New Roman"/>
                          <a:sym typeface="Times New Roman"/>
                        </a:rPr>
                        <a:t>Prioridad de</a:t>
                      </a:r>
                      <a:endParaRPr b="1" sz="1200" u="none" cap="none" strike="noStrike">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200"/>
                        <a:buFont typeface="Arial"/>
                        <a:buNone/>
                      </a:pPr>
                      <a:r>
                        <a:rPr b="1" lang="es-419" sz="1200" u="none" cap="none" strike="noStrike">
                          <a:latin typeface="Times New Roman"/>
                          <a:ea typeface="Times New Roman"/>
                          <a:cs typeface="Times New Roman"/>
                          <a:sym typeface="Times New Roman"/>
                        </a:rPr>
                        <a:t>requerimiento:</a:t>
                      </a:r>
                      <a:endParaRPr b="1" sz="1200" u="none" cap="none" strike="noStrike">
                        <a:latin typeface="Times New Roman"/>
                        <a:ea typeface="Times New Roman"/>
                        <a:cs typeface="Times New Roman"/>
                        <a:sym typeface="Times New Roman"/>
                      </a:endParaRPr>
                    </a:p>
                  </a:txBody>
                  <a:tcPr marT="63500" marB="63500" marR="63500" marL="63500"/>
                </a:tc>
                <a:tc>
                  <a:txBody>
                    <a:bodyPr/>
                    <a:lstStyle/>
                    <a:p>
                      <a:pPr indent="0" lvl="0" marL="0" marR="0" rtl="0" algn="l">
                        <a:lnSpc>
                          <a:spcPct val="100000"/>
                        </a:lnSpc>
                        <a:spcBef>
                          <a:spcPts val="0"/>
                        </a:spcBef>
                        <a:spcAft>
                          <a:spcPts val="0"/>
                        </a:spcAft>
                        <a:buClr>
                          <a:srgbClr val="000000"/>
                        </a:buClr>
                        <a:buSzPts val="1200"/>
                        <a:buFont typeface="Arial"/>
                        <a:buNone/>
                      </a:pPr>
                      <a:r>
                        <a:rPr lang="es-419" sz="1200" u="none" cap="none" strike="noStrike">
                          <a:latin typeface="Times New Roman"/>
                          <a:ea typeface="Times New Roman"/>
                          <a:cs typeface="Times New Roman"/>
                          <a:sym typeface="Times New Roman"/>
                        </a:rPr>
                        <a:t>Alta</a:t>
                      </a:r>
                      <a:endParaRPr sz="1200" u="none" cap="none" strike="noStrike">
                        <a:latin typeface="Times New Roman"/>
                        <a:ea typeface="Times New Roman"/>
                        <a:cs typeface="Times New Roman"/>
                        <a:sym typeface="Times New Roman"/>
                      </a:endParaRPr>
                    </a:p>
                  </a:txBody>
                  <a:tcPr marT="63500" marB="63500" marR="63500" marL="63500"/>
                </a:tc>
              </a:tr>
            </a:tbl>
          </a:graphicData>
        </a:graphic>
      </p:graphicFrame>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5" name="Shape 265"/>
        <p:cNvGrpSpPr/>
        <p:nvPr/>
      </p:nvGrpSpPr>
      <p:grpSpPr>
        <a:xfrm>
          <a:off x="0" y="0"/>
          <a:ext cx="0" cy="0"/>
          <a:chOff x="0" y="0"/>
          <a:chExt cx="0" cy="0"/>
        </a:xfrm>
      </p:grpSpPr>
      <p:graphicFrame>
        <p:nvGraphicFramePr>
          <p:cNvPr id="266" name="Google Shape;266;p35"/>
          <p:cNvGraphicFramePr/>
          <p:nvPr/>
        </p:nvGraphicFramePr>
        <p:xfrm>
          <a:off x="1038213" y="908050"/>
          <a:ext cx="3000000" cy="3000000"/>
        </p:xfrm>
        <a:graphic>
          <a:graphicData uri="http://schemas.openxmlformats.org/drawingml/2006/table">
            <a:tbl>
              <a:tblPr>
                <a:noFill/>
                <a:tableStyleId>{99F3DE70-1715-4968-B29D-26007897703B}</a:tableStyleId>
              </a:tblPr>
              <a:tblGrid>
                <a:gridCol w="1374150"/>
                <a:gridCol w="5541000"/>
              </a:tblGrid>
              <a:tr h="574275">
                <a:tc>
                  <a:txBody>
                    <a:bodyPr/>
                    <a:lstStyle/>
                    <a:p>
                      <a:pPr indent="0" lvl="0" marL="0" marR="0" rtl="0" algn="l">
                        <a:lnSpc>
                          <a:spcPct val="100000"/>
                        </a:lnSpc>
                        <a:spcBef>
                          <a:spcPts val="0"/>
                        </a:spcBef>
                        <a:spcAft>
                          <a:spcPts val="0"/>
                        </a:spcAft>
                        <a:buClr>
                          <a:srgbClr val="000000"/>
                        </a:buClr>
                        <a:buSzPts val="1200"/>
                        <a:buFont typeface="Arial"/>
                        <a:buNone/>
                      </a:pPr>
                      <a:r>
                        <a:rPr b="1" lang="es-419" sz="1200" u="none" cap="none" strike="noStrike">
                          <a:latin typeface="Times New Roman"/>
                          <a:ea typeface="Times New Roman"/>
                          <a:cs typeface="Times New Roman"/>
                          <a:sym typeface="Times New Roman"/>
                        </a:rPr>
                        <a:t>Identificación</a:t>
                      </a:r>
                      <a:endParaRPr b="1" sz="1200" u="none" cap="none" strike="noStrike">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200"/>
                        <a:buFont typeface="Arial"/>
                        <a:buNone/>
                      </a:pPr>
                      <a:r>
                        <a:rPr b="1" lang="es-419" sz="1200" u="none" cap="none" strike="noStrike">
                          <a:latin typeface="Times New Roman"/>
                          <a:ea typeface="Times New Roman"/>
                          <a:cs typeface="Times New Roman"/>
                          <a:sym typeface="Times New Roman"/>
                        </a:rPr>
                        <a:t>del</a:t>
                      </a:r>
                      <a:endParaRPr b="1" sz="1200" u="none" cap="none" strike="noStrike">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200"/>
                        <a:buFont typeface="Arial"/>
                        <a:buNone/>
                      </a:pPr>
                      <a:r>
                        <a:rPr b="1" lang="es-419" sz="1200" u="none" cap="none" strike="noStrike">
                          <a:latin typeface="Times New Roman"/>
                          <a:ea typeface="Times New Roman"/>
                          <a:cs typeface="Times New Roman"/>
                          <a:sym typeface="Times New Roman"/>
                        </a:rPr>
                        <a:t>requerimiento:</a:t>
                      </a:r>
                      <a:endParaRPr b="1" sz="1200" u="none" cap="none" strike="noStrike">
                        <a:latin typeface="Times New Roman"/>
                        <a:ea typeface="Times New Roman"/>
                        <a:cs typeface="Times New Roman"/>
                        <a:sym typeface="Times New Roman"/>
                      </a:endParaRPr>
                    </a:p>
                  </a:txBody>
                  <a:tcPr marT="63500" marB="63500" marR="63500" marL="63500"/>
                </a:tc>
                <a:tc>
                  <a:txBody>
                    <a:bodyPr/>
                    <a:lstStyle/>
                    <a:p>
                      <a:pPr indent="0" lvl="0" marL="0" marR="0" rtl="0" algn="l">
                        <a:lnSpc>
                          <a:spcPct val="100000"/>
                        </a:lnSpc>
                        <a:spcBef>
                          <a:spcPts val="0"/>
                        </a:spcBef>
                        <a:spcAft>
                          <a:spcPts val="0"/>
                        </a:spcAft>
                        <a:buClr>
                          <a:srgbClr val="000000"/>
                        </a:buClr>
                        <a:buSzPts val="1200"/>
                        <a:buFont typeface="Arial"/>
                        <a:buNone/>
                      </a:pPr>
                      <a:r>
                        <a:rPr lang="es-419" sz="1200" u="none" cap="none" strike="noStrike">
                          <a:latin typeface="Times New Roman"/>
                          <a:ea typeface="Times New Roman"/>
                          <a:cs typeface="Times New Roman"/>
                          <a:sym typeface="Times New Roman"/>
                        </a:rPr>
                        <a:t>RNF05</a:t>
                      </a:r>
                      <a:endParaRPr sz="1200" u="none" cap="none" strike="noStrike">
                        <a:latin typeface="Times New Roman"/>
                        <a:ea typeface="Times New Roman"/>
                        <a:cs typeface="Times New Roman"/>
                        <a:sym typeface="Times New Roman"/>
                      </a:endParaRPr>
                    </a:p>
                  </a:txBody>
                  <a:tcPr marT="63500" marB="63500" marR="63500" marL="63500"/>
                </a:tc>
              </a:tr>
              <a:tr h="685800">
                <a:tc>
                  <a:txBody>
                    <a:bodyPr/>
                    <a:lstStyle/>
                    <a:p>
                      <a:pPr indent="0" lvl="0" marL="0" marR="0" rtl="0" algn="l">
                        <a:lnSpc>
                          <a:spcPct val="100000"/>
                        </a:lnSpc>
                        <a:spcBef>
                          <a:spcPts val="0"/>
                        </a:spcBef>
                        <a:spcAft>
                          <a:spcPts val="0"/>
                        </a:spcAft>
                        <a:buClr>
                          <a:srgbClr val="000000"/>
                        </a:buClr>
                        <a:buSzPts val="1200"/>
                        <a:buFont typeface="Arial"/>
                        <a:buNone/>
                      </a:pPr>
                      <a:r>
                        <a:rPr b="1" lang="es-419" sz="1200" u="none" cap="none" strike="noStrike">
                          <a:latin typeface="Times New Roman"/>
                          <a:ea typeface="Times New Roman"/>
                          <a:cs typeface="Times New Roman"/>
                          <a:sym typeface="Times New Roman"/>
                        </a:rPr>
                        <a:t>Nombre del</a:t>
                      </a:r>
                      <a:endParaRPr b="1" sz="1200" u="none" cap="none" strike="noStrike">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200"/>
                        <a:buFont typeface="Arial"/>
                        <a:buNone/>
                      </a:pPr>
                      <a:r>
                        <a:rPr b="1" lang="es-419" sz="1200" u="none" cap="none" strike="noStrike">
                          <a:latin typeface="Times New Roman"/>
                          <a:ea typeface="Times New Roman"/>
                          <a:cs typeface="Times New Roman"/>
                          <a:sym typeface="Times New Roman"/>
                        </a:rPr>
                        <a:t>requerimiento:</a:t>
                      </a:r>
                      <a:endParaRPr b="1" sz="1200" u="none" cap="none" strike="noStrike">
                        <a:latin typeface="Times New Roman"/>
                        <a:ea typeface="Times New Roman"/>
                        <a:cs typeface="Times New Roman"/>
                        <a:sym typeface="Times New Roman"/>
                      </a:endParaRPr>
                    </a:p>
                  </a:txBody>
                  <a:tcPr marT="63500" marB="63500" marR="63500" marL="63500">
                    <a:solidFill>
                      <a:srgbClr val="CCCCCC"/>
                    </a:solidFill>
                  </a:tcPr>
                </a:tc>
                <a:tc>
                  <a:txBody>
                    <a:bodyPr/>
                    <a:lstStyle/>
                    <a:p>
                      <a:pPr indent="0" lvl="0" marL="0" marR="0" rtl="0" algn="l">
                        <a:lnSpc>
                          <a:spcPct val="115000"/>
                        </a:lnSpc>
                        <a:spcBef>
                          <a:spcPts val="0"/>
                        </a:spcBef>
                        <a:spcAft>
                          <a:spcPts val="0"/>
                        </a:spcAft>
                        <a:buClr>
                          <a:srgbClr val="000000"/>
                        </a:buClr>
                        <a:buSzPts val="1200"/>
                        <a:buFont typeface="Arial"/>
                        <a:buNone/>
                      </a:pPr>
                      <a:r>
                        <a:rPr b="1" lang="es-419" sz="1200" u="none" cap="none" strike="noStrike">
                          <a:solidFill>
                            <a:schemeClr val="dk1"/>
                          </a:solidFill>
                          <a:latin typeface="Times New Roman"/>
                          <a:ea typeface="Times New Roman"/>
                          <a:cs typeface="Times New Roman"/>
                          <a:sym typeface="Times New Roman"/>
                        </a:rPr>
                        <a:t>Compatibilidad</a:t>
                      </a:r>
                      <a:endParaRPr sz="1200" u="none" cap="none" strike="noStrike">
                        <a:latin typeface="Times New Roman"/>
                        <a:ea typeface="Times New Roman"/>
                        <a:cs typeface="Times New Roman"/>
                        <a:sym typeface="Times New Roman"/>
                      </a:endParaRPr>
                    </a:p>
                  </a:txBody>
                  <a:tcPr marT="63500" marB="63500" marR="63500" marL="63500">
                    <a:solidFill>
                      <a:srgbClr val="CCCCCC"/>
                    </a:solidFill>
                  </a:tcPr>
                </a:tc>
              </a:tr>
              <a:tr h="419150">
                <a:tc>
                  <a:txBody>
                    <a:bodyPr/>
                    <a:lstStyle/>
                    <a:p>
                      <a:pPr indent="0" lvl="0" marL="0" marR="0" rtl="0" algn="l">
                        <a:lnSpc>
                          <a:spcPct val="100000"/>
                        </a:lnSpc>
                        <a:spcBef>
                          <a:spcPts val="0"/>
                        </a:spcBef>
                        <a:spcAft>
                          <a:spcPts val="0"/>
                        </a:spcAft>
                        <a:buClr>
                          <a:srgbClr val="000000"/>
                        </a:buClr>
                        <a:buSzPts val="1200"/>
                        <a:buFont typeface="Arial"/>
                        <a:buNone/>
                      </a:pPr>
                      <a:r>
                        <a:rPr b="1" lang="es-419" sz="1200" u="none" cap="none" strike="noStrike">
                          <a:latin typeface="Times New Roman"/>
                          <a:ea typeface="Times New Roman"/>
                          <a:cs typeface="Times New Roman"/>
                          <a:sym typeface="Times New Roman"/>
                        </a:rPr>
                        <a:t>Características:</a:t>
                      </a:r>
                      <a:endParaRPr b="1" sz="1200" u="none" cap="none" strike="noStrike">
                        <a:latin typeface="Times New Roman"/>
                        <a:ea typeface="Times New Roman"/>
                        <a:cs typeface="Times New Roman"/>
                        <a:sym typeface="Times New Roman"/>
                      </a:endParaRPr>
                    </a:p>
                  </a:txBody>
                  <a:tcPr marT="63500" marB="63500" marR="63500" marL="63500"/>
                </a:tc>
                <a:tc>
                  <a:txBody>
                    <a:bodyPr/>
                    <a:lstStyle/>
                    <a:p>
                      <a:pPr indent="0" lvl="0" marL="0" marR="0" rtl="0" algn="l">
                        <a:lnSpc>
                          <a:spcPct val="115000"/>
                        </a:lnSpc>
                        <a:spcBef>
                          <a:spcPts val="0"/>
                        </a:spcBef>
                        <a:spcAft>
                          <a:spcPts val="0"/>
                        </a:spcAft>
                        <a:buClr>
                          <a:schemeClr val="dk1"/>
                        </a:buClr>
                        <a:buSzPts val="1100"/>
                        <a:buFont typeface="Arial"/>
                        <a:buNone/>
                      </a:pPr>
                      <a:r>
                        <a:rPr lang="es-419" sz="1200" u="none" cap="none" strike="noStrike">
                          <a:latin typeface="Times New Roman"/>
                          <a:ea typeface="Times New Roman"/>
                          <a:cs typeface="Times New Roman"/>
                          <a:sym typeface="Times New Roman"/>
                        </a:rPr>
                        <a:t>El sistema es afín y de fácil acceso desde cualquier navegador web.</a:t>
                      </a:r>
                      <a:endParaRPr sz="1200" u="none" cap="none" strike="noStrike">
                        <a:latin typeface="Times New Roman"/>
                        <a:ea typeface="Times New Roman"/>
                        <a:cs typeface="Times New Roman"/>
                        <a:sym typeface="Times New Roman"/>
                      </a:endParaRPr>
                    </a:p>
                  </a:txBody>
                  <a:tcPr marT="63500" marB="63500" marR="63500" marL="63500"/>
                </a:tc>
              </a:tr>
              <a:tr h="563800">
                <a:tc>
                  <a:txBody>
                    <a:bodyPr/>
                    <a:lstStyle/>
                    <a:p>
                      <a:pPr indent="0" lvl="0" marL="0" marR="0" rtl="0" algn="l">
                        <a:lnSpc>
                          <a:spcPct val="100000"/>
                        </a:lnSpc>
                        <a:spcBef>
                          <a:spcPts val="0"/>
                        </a:spcBef>
                        <a:spcAft>
                          <a:spcPts val="0"/>
                        </a:spcAft>
                        <a:buClr>
                          <a:srgbClr val="000000"/>
                        </a:buClr>
                        <a:buSzPts val="1200"/>
                        <a:buFont typeface="Arial"/>
                        <a:buNone/>
                      </a:pPr>
                      <a:r>
                        <a:rPr b="1" lang="es-419" sz="1200" u="none" cap="none" strike="noStrike">
                          <a:latin typeface="Times New Roman"/>
                          <a:ea typeface="Times New Roman"/>
                          <a:cs typeface="Times New Roman"/>
                          <a:sym typeface="Times New Roman"/>
                        </a:rPr>
                        <a:t>Descripción del</a:t>
                      </a:r>
                      <a:endParaRPr b="1" sz="1200" u="none" cap="none" strike="noStrike">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200"/>
                        <a:buFont typeface="Arial"/>
                        <a:buNone/>
                      </a:pPr>
                      <a:r>
                        <a:rPr b="1" lang="es-419" sz="1200" u="none" cap="none" strike="noStrike">
                          <a:latin typeface="Times New Roman"/>
                          <a:ea typeface="Times New Roman"/>
                          <a:cs typeface="Times New Roman"/>
                          <a:sym typeface="Times New Roman"/>
                        </a:rPr>
                        <a:t>requerimiento:</a:t>
                      </a:r>
                      <a:endParaRPr b="1" sz="1200" u="none" cap="none" strike="noStrike">
                        <a:latin typeface="Times New Roman"/>
                        <a:ea typeface="Times New Roman"/>
                        <a:cs typeface="Times New Roman"/>
                        <a:sym typeface="Times New Roman"/>
                      </a:endParaRPr>
                    </a:p>
                  </a:txBody>
                  <a:tcPr marT="63500" marB="63500" marR="63500" marL="63500">
                    <a:solidFill>
                      <a:srgbClr val="CCCCCC"/>
                    </a:solidFill>
                  </a:tcPr>
                </a:tc>
                <a:tc>
                  <a:txBody>
                    <a:bodyPr/>
                    <a:lstStyle/>
                    <a:p>
                      <a:pPr indent="0" lvl="0" marL="0" marR="0" rtl="0" algn="l">
                        <a:lnSpc>
                          <a:spcPct val="115000"/>
                        </a:lnSpc>
                        <a:spcBef>
                          <a:spcPts val="0"/>
                        </a:spcBef>
                        <a:spcAft>
                          <a:spcPts val="0"/>
                        </a:spcAft>
                        <a:buClr>
                          <a:schemeClr val="dk1"/>
                        </a:buClr>
                        <a:buSzPts val="1100"/>
                        <a:buFont typeface="Arial"/>
                        <a:buNone/>
                      </a:pPr>
                      <a:r>
                        <a:rPr lang="es-419" sz="1200" u="none" cap="none" strike="noStrike">
                          <a:solidFill>
                            <a:schemeClr val="dk1"/>
                          </a:solidFill>
                          <a:latin typeface="Times New Roman"/>
                          <a:ea typeface="Times New Roman"/>
                          <a:cs typeface="Times New Roman"/>
                          <a:sym typeface="Times New Roman"/>
                        </a:rPr>
                        <a:t>El sistema debe ser accesible desde navegadores web modernos (Chrome, Firefox, Edge).</a:t>
                      </a:r>
                      <a:endParaRPr sz="1200" u="none" cap="none" strike="noStrike">
                        <a:latin typeface="Times New Roman"/>
                        <a:ea typeface="Times New Roman"/>
                        <a:cs typeface="Times New Roman"/>
                        <a:sym typeface="Times New Roman"/>
                      </a:endParaRPr>
                    </a:p>
                  </a:txBody>
                  <a:tcPr marT="63500" marB="63500" marR="63500" marL="63500">
                    <a:solidFill>
                      <a:srgbClr val="CCCCCC"/>
                    </a:solidFill>
                  </a:tcPr>
                </a:tc>
              </a:tr>
              <a:tr h="479675">
                <a:tc>
                  <a:txBody>
                    <a:bodyPr/>
                    <a:lstStyle/>
                    <a:p>
                      <a:pPr indent="0" lvl="0" marL="0" marR="0" rtl="0" algn="l">
                        <a:lnSpc>
                          <a:spcPct val="100000"/>
                        </a:lnSpc>
                        <a:spcBef>
                          <a:spcPts val="0"/>
                        </a:spcBef>
                        <a:spcAft>
                          <a:spcPts val="0"/>
                        </a:spcAft>
                        <a:buClr>
                          <a:srgbClr val="000000"/>
                        </a:buClr>
                        <a:buSzPts val="1200"/>
                        <a:buFont typeface="Arial"/>
                        <a:buNone/>
                      </a:pPr>
                      <a:r>
                        <a:rPr b="1" lang="es-419" sz="1200" u="none" cap="none" strike="noStrike">
                          <a:latin typeface="Times New Roman"/>
                          <a:ea typeface="Times New Roman"/>
                          <a:cs typeface="Times New Roman"/>
                          <a:sym typeface="Times New Roman"/>
                        </a:rPr>
                        <a:t>Prioridad de</a:t>
                      </a:r>
                      <a:endParaRPr b="1" sz="1200" u="none" cap="none" strike="noStrike">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200"/>
                        <a:buFont typeface="Arial"/>
                        <a:buNone/>
                      </a:pPr>
                      <a:r>
                        <a:rPr b="1" lang="es-419" sz="1200" u="none" cap="none" strike="noStrike">
                          <a:latin typeface="Times New Roman"/>
                          <a:ea typeface="Times New Roman"/>
                          <a:cs typeface="Times New Roman"/>
                          <a:sym typeface="Times New Roman"/>
                        </a:rPr>
                        <a:t>requerimiento:</a:t>
                      </a:r>
                      <a:endParaRPr b="1" sz="1200" u="none" cap="none" strike="noStrike">
                        <a:latin typeface="Times New Roman"/>
                        <a:ea typeface="Times New Roman"/>
                        <a:cs typeface="Times New Roman"/>
                        <a:sym typeface="Times New Roman"/>
                      </a:endParaRPr>
                    </a:p>
                  </a:txBody>
                  <a:tcPr marT="63500" marB="63500" marR="63500" marL="63500"/>
                </a:tc>
                <a:tc>
                  <a:txBody>
                    <a:bodyPr/>
                    <a:lstStyle/>
                    <a:p>
                      <a:pPr indent="0" lvl="0" marL="0" marR="0" rtl="0" algn="l">
                        <a:lnSpc>
                          <a:spcPct val="100000"/>
                        </a:lnSpc>
                        <a:spcBef>
                          <a:spcPts val="0"/>
                        </a:spcBef>
                        <a:spcAft>
                          <a:spcPts val="0"/>
                        </a:spcAft>
                        <a:buClr>
                          <a:srgbClr val="000000"/>
                        </a:buClr>
                        <a:buSzPts val="1200"/>
                        <a:buFont typeface="Arial"/>
                        <a:buNone/>
                      </a:pPr>
                      <a:r>
                        <a:rPr lang="es-419" sz="1200" u="none" cap="none" strike="noStrike">
                          <a:latin typeface="Times New Roman"/>
                          <a:ea typeface="Times New Roman"/>
                          <a:cs typeface="Times New Roman"/>
                          <a:sym typeface="Times New Roman"/>
                        </a:rPr>
                        <a:t>Alta</a:t>
                      </a:r>
                      <a:endParaRPr sz="1200" u="none" cap="none" strike="noStrike">
                        <a:latin typeface="Times New Roman"/>
                        <a:ea typeface="Times New Roman"/>
                        <a:cs typeface="Times New Roman"/>
                        <a:sym typeface="Times New Roman"/>
                      </a:endParaRPr>
                    </a:p>
                  </a:txBody>
                  <a:tcPr marT="63500" marB="63500" marR="63500" marL="63500"/>
                </a:tc>
              </a:tr>
            </a:tbl>
          </a:graphicData>
        </a:graphic>
      </p:graphicFrame>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0" name="Shape 270"/>
        <p:cNvGrpSpPr/>
        <p:nvPr/>
      </p:nvGrpSpPr>
      <p:grpSpPr>
        <a:xfrm>
          <a:off x="0" y="0"/>
          <a:ext cx="0" cy="0"/>
          <a:chOff x="0" y="0"/>
          <a:chExt cx="0" cy="0"/>
        </a:xfrm>
      </p:grpSpPr>
      <p:graphicFrame>
        <p:nvGraphicFramePr>
          <p:cNvPr id="271" name="Google Shape;271;p36"/>
          <p:cNvGraphicFramePr/>
          <p:nvPr/>
        </p:nvGraphicFramePr>
        <p:xfrm>
          <a:off x="1276750" y="765900"/>
          <a:ext cx="3000000" cy="3000000"/>
        </p:xfrm>
        <a:graphic>
          <a:graphicData uri="http://schemas.openxmlformats.org/drawingml/2006/table">
            <a:tbl>
              <a:tblPr>
                <a:noFill/>
                <a:tableStyleId>{56F13CAF-1F5B-469B-97F8-7155BB07BC01}</a:tableStyleId>
              </a:tblPr>
              <a:tblGrid>
                <a:gridCol w="1622050"/>
                <a:gridCol w="4663650"/>
              </a:tblGrid>
              <a:tr h="381000">
                <a:tc>
                  <a:txBody>
                    <a:bodyPr/>
                    <a:lstStyle/>
                    <a:p>
                      <a:pPr indent="0" lvl="0" marL="0" marR="0" rtl="0" algn="l">
                        <a:lnSpc>
                          <a:spcPct val="100000"/>
                        </a:lnSpc>
                        <a:spcBef>
                          <a:spcPts val="0"/>
                        </a:spcBef>
                        <a:spcAft>
                          <a:spcPts val="0"/>
                        </a:spcAft>
                        <a:buClr>
                          <a:schemeClr val="dk1"/>
                        </a:buClr>
                        <a:buSzPts val="1100"/>
                        <a:buFont typeface="Arial"/>
                        <a:buNone/>
                      </a:pPr>
                      <a:r>
                        <a:rPr b="1" lang="es-419" sz="1200" u="none" cap="none" strike="noStrike">
                          <a:solidFill>
                            <a:schemeClr val="dk1"/>
                          </a:solidFill>
                          <a:latin typeface="Times New Roman"/>
                          <a:ea typeface="Times New Roman"/>
                          <a:cs typeface="Times New Roman"/>
                          <a:sym typeface="Times New Roman"/>
                        </a:rPr>
                        <a:t>Identificación</a:t>
                      </a:r>
                      <a:endParaRPr b="1" sz="1200" u="none" cap="none" strike="noStrike">
                        <a:solidFill>
                          <a:schemeClr val="dk1"/>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chemeClr val="dk1"/>
                        </a:buClr>
                        <a:buSzPts val="1100"/>
                        <a:buFont typeface="Arial"/>
                        <a:buNone/>
                      </a:pPr>
                      <a:r>
                        <a:rPr b="1" lang="es-419" sz="1200" u="none" cap="none" strike="noStrike">
                          <a:solidFill>
                            <a:schemeClr val="dk1"/>
                          </a:solidFill>
                          <a:latin typeface="Times New Roman"/>
                          <a:ea typeface="Times New Roman"/>
                          <a:cs typeface="Times New Roman"/>
                          <a:sym typeface="Times New Roman"/>
                        </a:rPr>
                        <a:t>del</a:t>
                      </a:r>
                      <a:endParaRPr b="1" sz="1200" u="none" cap="none" strike="noStrike">
                        <a:solidFill>
                          <a:schemeClr val="dk1"/>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chemeClr val="dk1"/>
                        </a:buClr>
                        <a:buSzPts val="1100"/>
                        <a:buFont typeface="Arial"/>
                        <a:buNone/>
                      </a:pPr>
                      <a:r>
                        <a:rPr b="1" lang="es-419" sz="1200" u="none" cap="none" strike="noStrike">
                          <a:solidFill>
                            <a:schemeClr val="dk1"/>
                          </a:solidFill>
                          <a:latin typeface="Times New Roman"/>
                          <a:ea typeface="Times New Roman"/>
                          <a:cs typeface="Times New Roman"/>
                          <a:sym typeface="Times New Roman"/>
                        </a:rPr>
                        <a:t>requerimiento:</a:t>
                      </a:r>
                      <a:endParaRPr sz="1400" u="none" cap="none" strike="noStrike"/>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100"/>
                        <a:buFont typeface="Arial"/>
                        <a:buNone/>
                      </a:pPr>
                      <a:r>
                        <a:rPr lang="es-419" sz="1200" u="none" cap="none" strike="noStrike">
                          <a:solidFill>
                            <a:schemeClr val="dk1"/>
                          </a:solidFill>
                          <a:latin typeface="Times New Roman"/>
                          <a:ea typeface="Times New Roman"/>
                          <a:cs typeface="Times New Roman"/>
                          <a:sym typeface="Times New Roman"/>
                        </a:rPr>
                        <a:t>RNF06</a:t>
                      </a:r>
                      <a:endParaRPr sz="1400" u="none" cap="none" strike="noStrike"/>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381000">
                <a:tc>
                  <a:txBody>
                    <a:bodyPr/>
                    <a:lstStyle/>
                    <a:p>
                      <a:pPr indent="0" lvl="0" marL="0" marR="0" rtl="0" algn="l">
                        <a:lnSpc>
                          <a:spcPct val="100000"/>
                        </a:lnSpc>
                        <a:spcBef>
                          <a:spcPts val="0"/>
                        </a:spcBef>
                        <a:spcAft>
                          <a:spcPts val="0"/>
                        </a:spcAft>
                        <a:buClr>
                          <a:schemeClr val="dk1"/>
                        </a:buClr>
                        <a:buSzPts val="1100"/>
                        <a:buFont typeface="Arial"/>
                        <a:buNone/>
                      </a:pPr>
                      <a:r>
                        <a:rPr b="1" lang="es-419" sz="1200" u="none" cap="none" strike="noStrike">
                          <a:solidFill>
                            <a:schemeClr val="dk1"/>
                          </a:solidFill>
                          <a:latin typeface="Times New Roman"/>
                          <a:ea typeface="Times New Roman"/>
                          <a:cs typeface="Times New Roman"/>
                          <a:sym typeface="Times New Roman"/>
                        </a:rPr>
                        <a:t>Nombre del</a:t>
                      </a:r>
                      <a:endParaRPr b="1" sz="1200" u="none" cap="none" strike="noStrike">
                        <a:solidFill>
                          <a:schemeClr val="dk1"/>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chemeClr val="dk1"/>
                        </a:buClr>
                        <a:buSzPts val="1100"/>
                        <a:buFont typeface="Arial"/>
                        <a:buNone/>
                      </a:pPr>
                      <a:r>
                        <a:rPr b="1" lang="es-419" sz="1200" u="none" cap="none" strike="noStrike">
                          <a:solidFill>
                            <a:schemeClr val="dk1"/>
                          </a:solidFill>
                          <a:latin typeface="Times New Roman"/>
                          <a:ea typeface="Times New Roman"/>
                          <a:cs typeface="Times New Roman"/>
                          <a:sym typeface="Times New Roman"/>
                        </a:rPr>
                        <a:t>requerimiento:</a:t>
                      </a:r>
                      <a:endParaRPr sz="1400" u="none" cap="none" strike="noStrike">
                        <a:highlight>
                          <a:schemeClr val="dk2"/>
                        </a:highlight>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B7B7B7"/>
                    </a:solidFill>
                  </a:tcPr>
                </a:tc>
                <a:tc>
                  <a:txBody>
                    <a:bodyPr/>
                    <a:lstStyle/>
                    <a:p>
                      <a:pPr indent="0" lvl="0" marL="0" marR="0" rtl="0" algn="l">
                        <a:lnSpc>
                          <a:spcPct val="100000"/>
                        </a:lnSpc>
                        <a:spcBef>
                          <a:spcPts val="0"/>
                        </a:spcBef>
                        <a:spcAft>
                          <a:spcPts val="0"/>
                        </a:spcAft>
                        <a:buClr>
                          <a:srgbClr val="000000"/>
                        </a:buClr>
                        <a:buSzPts val="1400"/>
                        <a:buFont typeface="Arial"/>
                        <a:buNone/>
                      </a:pPr>
                      <a:r>
                        <a:rPr lang="es-419" sz="1400" u="none" cap="none" strike="noStrike">
                          <a:highlight>
                            <a:srgbClr val="B7B7B7"/>
                          </a:highlight>
                          <a:latin typeface="Times New Roman"/>
                          <a:ea typeface="Times New Roman"/>
                          <a:cs typeface="Times New Roman"/>
                          <a:sym typeface="Times New Roman"/>
                        </a:rPr>
                        <a:t>Usabilidad</a:t>
                      </a:r>
                      <a:endParaRPr sz="1400" u="none" cap="none" strike="noStrike">
                        <a:highlight>
                          <a:srgbClr val="B7B7B7"/>
                        </a:highlight>
                        <a:latin typeface="Times New Roman"/>
                        <a:ea typeface="Times New Roman"/>
                        <a:cs typeface="Times New Roman"/>
                        <a:sym typeface="Times New Roman"/>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B7B7B7"/>
                    </a:solidFill>
                  </a:tcPr>
                </a:tc>
              </a:tr>
              <a:tr h="381000">
                <a:tc>
                  <a:txBody>
                    <a:bodyPr/>
                    <a:lstStyle/>
                    <a:p>
                      <a:pPr indent="0" lvl="0" marL="0" marR="0" rtl="0" algn="l">
                        <a:lnSpc>
                          <a:spcPct val="100000"/>
                        </a:lnSpc>
                        <a:spcBef>
                          <a:spcPts val="0"/>
                        </a:spcBef>
                        <a:spcAft>
                          <a:spcPts val="0"/>
                        </a:spcAft>
                        <a:buClr>
                          <a:schemeClr val="dk1"/>
                        </a:buClr>
                        <a:buSzPts val="1100"/>
                        <a:buFont typeface="Arial"/>
                        <a:buNone/>
                      </a:pPr>
                      <a:r>
                        <a:rPr b="1" lang="es-419" sz="1200" u="none" cap="none" strike="noStrike">
                          <a:solidFill>
                            <a:schemeClr val="dk1"/>
                          </a:solidFill>
                          <a:latin typeface="Times New Roman"/>
                          <a:ea typeface="Times New Roman"/>
                          <a:cs typeface="Times New Roman"/>
                          <a:sym typeface="Times New Roman"/>
                        </a:rPr>
                        <a:t>Características:</a:t>
                      </a:r>
                      <a:endParaRPr sz="1400" u="none" cap="none" strike="noStrike"/>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1400"/>
                        <a:buFont typeface="Arial"/>
                        <a:buNone/>
                      </a:pPr>
                      <a:r>
                        <a:rPr lang="es-419" sz="1400" u="none" cap="none" strike="noStrike">
                          <a:latin typeface="Times New Roman"/>
                          <a:ea typeface="Times New Roman"/>
                          <a:cs typeface="Times New Roman"/>
                          <a:sym typeface="Times New Roman"/>
                        </a:rPr>
                        <a:t>El sistema tendrá una interfaz sencilla y clara, pensada para usuarios sin conocimientos técnicos.</a:t>
                      </a:r>
                      <a:endParaRPr sz="1400" u="none" cap="none" strike="noStrike">
                        <a:latin typeface="Times New Roman"/>
                        <a:ea typeface="Times New Roman"/>
                        <a:cs typeface="Times New Roman"/>
                        <a:sym typeface="Times New Roman"/>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381000">
                <a:tc>
                  <a:txBody>
                    <a:bodyPr/>
                    <a:lstStyle/>
                    <a:p>
                      <a:pPr indent="0" lvl="0" marL="0" marR="0" rtl="0" algn="l">
                        <a:lnSpc>
                          <a:spcPct val="100000"/>
                        </a:lnSpc>
                        <a:spcBef>
                          <a:spcPts val="0"/>
                        </a:spcBef>
                        <a:spcAft>
                          <a:spcPts val="0"/>
                        </a:spcAft>
                        <a:buClr>
                          <a:schemeClr val="dk1"/>
                        </a:buClr>
                        <a:buSzPts val="1100"/>
                        <a:buFont typeface="Arial"/>
                        <a:buNone/>
                      </a:pPr>
                      <a:r>
                        <a:rPr b="1" lang="es-419" sz="1200" u="none" cap="none" strike="noStrike">
                          <a:solidFill>
                            <a:schemeClr val="dk1"/>
                          </a:solidFill>
                          <a:latin typeface="Times New Roman"/>
                          <a:ea typeface="Times New Roman"/>
                          <a:cs typeface="Times New Roman"/>
                          <a:sym typeface="Times New Roman"/>
                        </a:rPr>
                        <a:t>Descripción del</a:t>
                      </a:r>
                      <a:endParaRPr b="1" sz="1200" u="none" cap="none" strike="noStrike">
                        <a:solidFill>
                          <a:schemeClr val="dk1"/>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chemeClr val="dk1"/>
                        </a:buClr>
                        <a:buSzPts val="1100"/>
                        <a:buFont typeface="Arial"/>
                        <a:buNone/>
                      </a:pPr>
                      <a:r>
                        <a:rPr b="1" lang="es-419" sz="1200" u="none" cap="none" strike="noStrike">
                          <a:solidFill>
                            <a:schemeClr val="dk1"/>
                          </a:solidFill>
                          <a:latin typeface="Times New Roman"/>
                          <a:ea typeface="Times New Roman"/>
                          <a:cs typeface="Times New Roman"/>
                          <a:sym typeface="Times New Roman"/>
                        </a:rPr>
                        <a:t>requerimiento:</a:t>
                      </a:r>
                      <a:endParaRPr sz="1400" u="none" cap="none" strike="noStrike"/>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B7B7B7"/>
                    </a:solidFill>
                  </a:tcPr>
                </a:tc>
                <a:tc>
                  <a:txBody>
                    <a:bodyPr/>
                    <a:lstStyle/>
                    <a:p>
                      <a:pPr indent="0" lvl="0" marL="0" marR="0" rtl="0" algn="l">
                        <a:lnSpc>
                          <a:spcPct val="100000"/>
                        </a:lnSpc>
                        <a:spcBef>
                          <a:spcPts val="0"/>
                        </a:spcBef>
                        <a:spcAft>
                          <a:spcPts val="0"/>
                        </a:spcAft>
                        <a:buClr>
                          <a:srgbClr val="000000"/>
                        </a:buClr>
                        <a:buSzPts val="1400"/>
                        <a:buFont typeface="Arial"/>
                        <a:buNone/>
                      </a:pPr>
                      <a:r>
                        <a:rPr lang="es-419" sz="1400" u="none" cap="none" strike="noStrike">
                          <a:latin typeface="Times New Roman"/>
                          <a:ea typeface="Times New Roman"/>
                          <a:cs typeface="Times New Roman"/>
                          <a:sym typeface="Times New Roman"/>
                        </a:rPr>
                        <a:t>La interfaz del sistema debe ser intuitiva y amigable para usuarios sin conocimientos técnicos avanzados.</a:t>
                      </a:r>
                      <a:endParaRPr sz="1400" u="none" cap="none" strike="noStrike">
                        <a:latin typeface="Times New Roman"/>
                        <a:ea typeface="Times New Roman"/>
                        <a:cs typeface="Times New Roman"/>
                        <a:sym typeface="Times New Roman"/>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B7B7B7"/>
                    </a:solidFill>
                  </a:tcPr>
                </a:tc>
              </a:tr>
              <a:tr h="381000">
                <a:tc>
                  <a:txBody>
                    <a:bodyPr/>
                    <a:lstStyle/>
                    <a:p>
                      <a:pPr indent="0" lvl="0" marL="0" marR="0" rtl="0" algn="l">
                        <a:lnSpc>
                          <a:spcPct val="100000"/>
                        </a:lnSpc>
                        <a:spcBef>
                          <a:spcPts val="0"/>
                        </a:spcBef>
                        <a:spcAft>
                          <a:spcPts val="0"/>
                        </a:spcAft>
                        <a:buClr>
                          <a:schemeClr val="dk1"/>
                        </a:buClr>
                        <a:buSzPts val="1100"/>
                        <a:buFont typeface="Arial"/>
                        <a:buNone/>
                      </a:pPr>
                      <a:r>
                        <a:rPr b="1" lang="es-419" sz="1200" u="none" cap="none" strike="noStrike">
                          <a:solidFill>
                            <a:schemeClr val="dk1"/>
                          </a:solidFill>
                          <a:latin typeface="Times New Roman"/>
                          <a:ea typeface="Times New Roman"/>
                          <a:cs typeface="Times New Roman"/>
                          <a:sym typeface="Times New Roman"/>
                        </a:rPr>
                        <a:t>Prioridad de</a:t>
                      </a:r>
                      <a:endParaRPr b="1" sz="1200" u="none" cap="none" strike="noStrike">
                        <a:solidFill>
                          <a:schemeClr val="dk1"/>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chemeClr val="dk1"/>
                        </a:buClr>
                        <a:buSzPts val="1100"/>
                        <a:buFont typeface="Arial"/>
                        <a:buNone/>
                      </a:pPr>
                      <a:r>
                        <a:rPr b="1" lang="es-419" sz="1200" u="none" cap="none" strike="noStrike">
                          <a:solidFill>
                            <a:schemeClr val="dk1"/>
                          </a:solidFill>
                          <a:latin typeface="Times New Roman"/>
                          <a:ea typeface="Times New Roman"/>
                          <a:cs typeface="Times New Roman"/>
                          <a:sym typeface="Times New Roman"/>
                        </a:rPr>
                        <a:t>requerimiento:</a:t>
                      </a:r>
                      <a:endParaRPr sz="1400" u="none" cap="none" strike="noStrike"/>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100"/>
                        <a:buFont typeface="Arial"/>
                        <a:buNone/>
                      </a:pPr>
                      <a:r>
                        <a:rPr lang="es-419" sz="1200" u="none" cap="none" strike="noStrike">
                          <a:solidFill>
                            <a:schemeClr val="dk1"/>
                          </a:solidFill>
                          <a:latin typeface="Times New Roman"/>
                          <a:ea typeface="Times New Roman"/>
                          <a:cs typeface="Times New Roman"/>
                          <a:sym typeface="Times New Roman"/>
                        </a:rPr>
                        <a:t>Alta</a:t>
                      </a:r>
                      <a:endParaRPr sz="1200" u="none" cap="none" strike="noStrike">
                        <a:solidFill>
                          <a:schemeClr val="dk1"/>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bl>
          </a:graphicData>
        </a:graphic>
      </p:graphicFrame>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5" name="Shape 275"/>
        <p:cNvGrpSpPr/>
        <p:nvPr/>
      </p:nvGrpSpPr>
      <p:grpSpPr>
        <a:xfrm>
          <a:off x="0" y="0"/>
          <a:ext cx="0" cy="0"/>
          <a:chOff x="0" y="0"/>
          <a:chExt cx="0" cy="0"/>
        </a:xfrm>
      </p:grpSpPr>
      <p:graphicFrame>
        <p:nvGraphicFramePr>
          <p:cNvPr id="276" name="Google Shape;276;p37"/>
          <p:cNvGraphicFramePr/>
          <p:nvPr/>
        </p:nvGraphicFramePr>
        <p:xfrm>
          <a:off x="1429150" y="1146900"/>
          <a:ext cx="3000000" cy="3000000"/>
        </p:xfrm>
        <a:graphic>
          <a:graphicData uri="http://schemas.openxmlformats.org/drawingml/2006/table">
            <a:tbl>
              <a:tblPr>
                <a:noFill/>
                <a:tableStyleId>{56F13CAF-1F5B-469B-97F8-7155BB07BC01}</a:tableStyleId>
              </a:tblPr>
              <a:tblGrid>
                <a:gridCol w="1622050"/>
                <a:gridCol w="4663650"/>
              </a:tblGrid>
              <a:tr h="381000">
                <a:tc>
                  <a:txBody>
                    <a:bodyPr/>
                    <a:lstStyle/>
                    <a:p>
                      <a:pPr indent="0" lvl="0" marL="0" marR="0" rtl="0" algn="l">
                        <a:lnSpc>
                          <a:spcPct val="100000"/>
                        </a:lnSpc>
                        <a:spcBef>
                          <a:spcPts val="0"/>
                        </a:spcBef>
                        <a:spcAft>
                          <a:spcPts val="0"/>
                        </a:spcAft>
                        <a:buClr>
                          <a:srgbClr val="000000"/>
                        </a:buClr>
                        <a:buSzPts val="1200"/>
                        <a:buFont typeface="Arial"/>
                        <a:buNone/>
                      </a:pPr>
                      <a:r>
                        <a:rPr b="1" lang="es-419" sz="1200" u="none" cap="none" strike="noStrike">
                          <a:solidFill>
                            <a:schemeClr val="dk1"/>
                          </a:solidFill>
                          <a:latin typeface="Times New Roman"/>
                          <a:ea typeface="Times New Roman"/>
                          <a:cs typeface="Times New Roman"/>
                          <a:sym typeface="Times New Roman"/>
                        </a:rPr>
                        <a:t>Identificación</a:t>
                      </a:r>
                      <a:endParaRPr b="1" sz="1200" u="none" cap="none" strike="noStrike">
                        <a:solidFill>
                          <a:schemeClr val="dk1"/>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200"/>
                        <a:buFont typeface="Arial"/>
                        <a:buNone/>
                      </a:pPr>
                      <a:r>
                        <a:rPr b="1" lang="es-419" sz="1200" u="none" cap="none" strike="noStrike">
                          <a:solidFill>
                            <a:schemeClr val="dk1"/>
                          </a:solidFill>
                          <a:latin typeface="Times New Roman"/>
                          <a:ea typeface="Times New Roman"/>
                          <a:cs typeface="Times New Roman"/>
                          <a:sym typeface="Times New Roman"/>
                        </a:rPr>
                        <a:t>del</a:t>
                      </a:r>
                      <a:endParaRPr b="1" sz="1200" u="none" cap="none" strike="noStrike">
                        <a:solidFill>
                          <a:schemeClr val="dk1"/>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200"/>
                        <a:buFont typeface="Arial"/>
                        <a:buNone/>
                      </a:pPr>
                      <a:r>
                        <a:rPr b="1" lang="es-419" sz="1200" u="none" cap="none" strike="noStrike">
                          <a:solidFill>
                            <a:schemeClr val="dk1"/>
                          </a:solidFill>
                          <a:latin typeface="Times New Roman"/>
                          <a:ea typeface="Times New Roman"/>
                          <a:cs typeface="Times New Roman"/>
                          <a:sym typeface="Times New Roman"/>
                        </a:rPr>
                        <a:t>requerimiento:</a:t>
                      </a:r>
                      <a:endParaRPr sz="1400" u="none" cap="none" strike="noStrike">
                        <a:latin typeface="Times New Roman"/>
                        <a:ea typeface="Times New Roman"/>
                        <a:cs typeface="Times New Roman"/>
                        <a:sym typeface="Times New Roman"/>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200"/>
                        <a:buFont typeface="Arial"/>
                        <a:buNone/>
                      </a:pPr>
                      <a:r>
                        <a:rPr lang="es-419" sz="1200" u="none" cap="none" strike="noStrike">
                          <a:solidFill>
                            <a:schemeClr val="dk1"/>
                          </a:solidFill>
                          <a:latin typeface="Times New Roman"/>
                          <a:ea typeface="Times New Roman"/>
                          <a:cs typeface="Times New Roman"/>
                          <a:sym typeface="Times New Roman"/>
                        </a:rPr>
                        <a:t>RNF07</a:t>
                      </a:r>
                      <a:endParaRPr sz="1400" u="none" cap="none" strike="noStrike">
                        <a:latin typeface="Times New Roman"/>
                        <a:ea typeface="Times New Roman"/>
                        <a:cs typeface="Times New Roman"/>
                        <a:sym typeface="Times New Roman"/>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381000">
                <a:tc>
                  <a:txBody>
                    <a:bodyPr/>
                    <a:lstStyle/>
                    <a:p>
                      <a:pPr indent="0" lvl="0" marL="0" marR="0" rtl="0" algn="l">
                        <a:lnSpc>
                          <a:spcPct val="100000"/>
                        </a:lnSpc>
                        <a:spcBef>
                          <a:spcPts val="0"/>
                        </a:spcBef>
                        <a:spcAft>
                          <a:spcPts val="0"/>
                        </a:spcAft>
                        <a:buClr>
                          <a:srgbClr val="000000"/>
                        </a:buClr>
                        <a:buSzPts val="1200"/>
                        <a:buFont typeface="Arial"/>
                        <a:buNone/>
                      </a:pPr>
                      <a:r>
                        <a:rPr b="1" lang="es-419" sz="1200" u="none" cap="none" strike="noStrike">
                          <a:solidFill>
                            <a:schemeClr val="dk1"/>
                          </a:solidFill>
                          <a:latin typeface="Times New Roman"/>
                          <a:ea typeface="Times New Roman"/>
                          <a:cs typeface="Times New Roman"/>
                          <a:sym typeface="Times New Roman"/>
                        </a:rPr>
                        <a:t>Nombre del</a:t>
                      </a:r>
                      <a:endParaRPr b="1" sz="1200" u="none" cap="none" strike="noStrike">
                        <a:solidFill>
                          <a:schemeClr val="dk1"/>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200"/>
                        <a:buFont typeface="Arial"/>
                        <a:buNone/>
                      </a:pPr>
                      <a:r>
                        <a:rPr b="1" lang="es-419" sz="1200" u="none" cap="none" strike="noStrike">
                          <a:solidFill>
                            <a:schemeClr val="dk1"/>
                          </a:solidFill>
                          <a:latin typeface="Times New Roman"/>
                          <a:ea typeface="Times New Roman"/>
                          <a:cs typeface="Times New Roman"/>
                          <a:sym typeface="Times New Roman"/>
                        </a:rPr>
                        <a:t>requerimiento:</a:t>
                      </a:r>
                      <a:endParaRPr sz="1400" u="none" cap="none" strike="noStrike">
                        <a:highlight>
                          <a:schemeClr val="dk2"/>
                        </a:highlight>
                        <a:latin typeface="Times New Roman"/>
                        <a:ea typeface="Times New Roman"/>
                        <a:cs typeface="Times New Roman"/>
                        <a:sym typeface="Times New Roman"/>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B7B7B7"/>
                    </a:solidFill>
                  </a:tcPr>
                </a:tc>
                <a:tc>
                  <a:txBody>
                    <a:bodyPr/>
                    <a:lstStyle/>
                    <a:p>
                      <a:pPr indent="0" lvl="0" marL="0" marR="0" rtl="0" algn="l">
                        <a:lnSpc>
                          <a:spcPct val="100000"/>
                        </a:lnSpc>
                        <a:spcBef>
                          <a:spcPts val="0"/>
                        </a:spcBef>
                        <a:spcAft>
                          <a:spcPts val="0"/>
                        </a:spcAft>
                        <a:buClr>
                          <a:srgbClr val="000000"/>
                        </a:buClr>
                        <a:buSzPts val="1400"/>
                        <a:buFont typeface="Arial"/>
                        <a:buNone/>
                      </a:pPr>
                      <a:r>
                        <a:rPr lang="es-419" sz="1400" u="none" cap="none" strike="noStrike">
                          <a:highlight>
                            <a:srgbClr val="B7B7B7"/>
                          </a:highlight>
                          <a:latin typeface="Times New Roman"/>
                          <a:ea typeface="Times New Roman"/>
                          <a:cs typeface="Times New Roman"/>
                          <a:sym typeface="Times New Roman"/>
                        </a:rPr>
                        <a:t>Mantenibilidad</a:t>
                      </a:r>
                      <a:endParaRPr sz="1400" u="none" cap="none" strike="noStrike">
                        <a:highlight>
                          <a:srgbClr val="B7B7B7"/>
                        </a:highlight>
                        <a:latin typeface="Times New Roman"/>
                        <a:ea typeface="Times New Roman"/>
                        <a:cs typeface="Times New Roman"/>
                        <a:sym typeface="Times New Roman"/>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B7B7B7"/>
                    </a:solidFill>
                  </a:tcPr>
                </a:tc>
              </a:tr>
              <a:tr h="381000">
                <a:tc>
                  <a:txBody>
                    <a:bodyPr/>
                    <a:lstStyle/>
                    <a:p>
                      <a:pPr indent="0" lvl="0" marL="0" marR="0" rtl="0" algn="l">
                        <a:lnSpc>
                          <a:spcPct val="100000"/>
                        </a:lnSpc>
                        <a:spcBef>
                          <a:spcPts val="0"/>
                        </a:spcBef>
                        <a:spcAft>
                          <a:spcPts val="0"/>
                        </a:spcAft>
                        <a:buClr>
                          <a:srgbClr val="000000"/>
                        </a:buClr>
                        <a:buSzPts val="1200"/>
                        <a:buFont typeface="Arial"/>
                        <a:buNone/>
                      </a:pPr>
                      <a:r>
                        <a:rPr b="1" lang="es-419" sz="1200" u="none" cap="none" strike="noStrike">
                          <a:solidFill>
                            <a:schemeClr val="dk1"/>
                          </a:solidFill>
                          <a:latin typeface="Times New Roman"/>
                          <a:ea typeface="Times New Roman"/>
                          <a:cs typeface="Times New Roman"/>
                          <a:sym typeface="Times New Roman"/>
                        </a:rPr>
                        <a:t>Características:</a:t>
                      </a:r>
                      <a:endParaRPr sz="1400" u="none" cap="none" strike="noStrike">
                        <a:latin typeface="Times New Roman"/>
                        <a:ea typeface="Times New Roman"/>
                        <a:cs typeface="Times New Roman"/>
                        <a:sym typeface="Times New Roman"/>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rPr lang="es-419" sz="1400" u="none" cap="none" strike="noStrike">
                          <a:latin typeface="Times New Roman"/>
                          <a:ea typeface="Times New Roman"/>
                          <a:cs typeface="Times New Roman"/>
                          <a:sym typeface="Times New Roman"/>
                        </a:rPr>
                        <a:t>El código será limpio y modular, permitiendo actualizaciones y correcciones con facilidad.</a:t>
                      </a:r>
                      <a:endParaRPr sz="1400" u="none" cap="none" strike="noStrike">
                        <a:latin typeface="Times New Roman"/>
                        <a:ea typeface="Times New Roman"/>
                        <a:cs typeface="Times New Roman"/>
                        <a:sym typeface="Times New Roman"/>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381000">
                <a:tc>
                  <a:txBody>
                    <a:bodyPr/>
                    <a:lstStyle/>
                    <a:p>
                      <a:pPr indent="0" lvl="0" marL="0" marR="0" rtl="0" algn="l">
                        <a:lnSpc>
                          <a:spcPct val="100000"/>
                        </a:lnSpc>
                        <a:spcBef>
                          <a:spcPts val="0"/>
                        </a:spcBef>
                        <a:spcAft>
                          <a:spcPts val="0"/>
                        </a:spcAft>
                        <a:buClr>
                          <a:srgbClr val="000000"/>
                        </a:buClr>
                        <a:buSzPts val="1200"/>
                        <a:buFont typeface="Arial"/>
                        <a:buNone/>
                      </a:pPr>
                      <a:r>
                        <a:rPr b="1" lang="es-419" sz="1200" u="none" cap="none" strike="noStrike">
                          <a:solidFill>
                            <a:schemeClr val="dk1"/>
                          </a:solidFill>
                          <a:latin typeface="Times New Roman"/>
                          <a:ea typeface="Times New Roman"/>
                          <a:cs typeface="Times New Roman"/>
                          <a:sym typeface="Times New Roman"/>
                        </a:rPr>
                        <a:t>Descripción del</a:t>
                      </a:r>
                      <a:endParaRPr b="1" sz="1200" u="none" cap="none" strike="noStrike">
                        <a:solidFill>
                          <a:schemeClr val="dk1"/>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200"/>
                        <a:buFont typeface="Arial"/>
                        <a:buNone/>
                      </a:pPr>
                      <a:r>
                        <a:rPr b="1" lang="es-419" sz="1200" u="none" cap="none" strike="noStrike">
                          <a:solidFill>
                            <a:schemeClr val="dk1"/>
                          </a:solidFill>
                          <a:latin typeface="Times New Roman"/>
                          <a:ea typeface="Times New Roman"/>
                          <a:cs typeface="Times New Roman"/>
                          <a:sym typeface="Times New Roman"/>
                        </a:rPr>
                        <a:t>requerimiento:</a:t>
                      </a:r>
                      <a:endParaRPr sz="1400" u="none" cap="none" strike="noStrike">
                        <a:latin typeface="Times New Roman"/>
                        <a:ea typeface="Times New Roman"/>
                        <a:cs typeface="Times New Roman"/>
                        <a:sym typeface="Times New Roman"/>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B7B7B7"/>
                    </a:solidFill>
                  </a:tcPr>
                </a:tc>
                <a:tc>
                  <a:txBody>
                    <a:bodyPr/>
                    <a:lstStyle/>
                    <a:p>
                      <a:pPr indent="0" lvl="0" marL="0" marR="0" rtl="0" algn="l">
                        <a:lnSpc>
                          <a:spcPct val="100000"/>
                        </a:lnSpc>
                        <a:spcBef>
                          <a:spcPts val="0"/>
                        </a:spcBef>
                        <a:spcAft>
                          <a:spcPts val="0"/>
                        </a:spcAft>
                        <a:buClr>
                          <a:srgbClr val="000000"/>
                        </a:buClr>
                        <a:buSzPts val="1400"/>
                        <a:buFont typeface="Arial"/>
                        <a:buNone/>
                      </a:pPr>
                      <a:r>
                        <a:rPr lang="es-419" sz="1400" u="none" cap="none" strike="noStrike">
                          <a:latin typeface="Times New Roman"/>
                          <a:ea typeface="Times New Roman"/>
                          <a:cs typeface="Times New Roman"/>
                          <a:sym typeface="Times New Roman"/>
                        </a:rPr>
                        <a:t>El sistema debe estar desarrollado con buenas prácticas que permitan su fácil mantenimiento y actualización.</a:t>
                      </a:r>
                      <a:endParaRPr sz="1400" u="none" cap="none" strike="noStrike">
                        <a:latin typeface="Times New Roman"/>
                        <a:ea typeface="Times New Roman"/>
                        <a:cs typeface="Times New Roman"/>
                        <a:sym typeface="Times New Roman"/>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B7B7B7"/>
                    </a:solidFill>
                  </a:tcPr>
                </a:tc>
              </a:tr>
              <a:tr h="381000">
                <a:tc>
                  <a:txBody>
                    <a:bodyPr/>
                    <a:lstStyle/>
                    <a:p>
                      <a:pPr indent="0" lvl="0" marL="0" marR="0" rtl="0" algn="l">
                        <a:lnSpc>
                          <a:spcPct val="100000"/>
                        </a:lnSpc>
                        <a:spcBef>
                          <a:spcPts val="0"/>
                        </a:spcBef>
                        <a:spcAft>
                          <a:spcPts val="0"/>
                        </a:spcAft>
                        <a:buClr>
                          <a:srgbClr val="000000"/>
                        </a:buClr>
                        <a:buSzPts val="1200"/>
                        <a:buFont typeface="Arial"/>
                        <a:buNone/>
                      </a:pPr>
                      <a:r>
                        <a:rPr b="1" lang="es-419" sz="1200" u="none" cap="none" strike="noStrike">
                          <a:solidFill>
                            <a:schemeClr val="dk1"/>
                          </a:solidFill>
                          <a:latin typeface="Times New Roman"/>
                          <a:ea typeface="Times New Roman"/>
                          <a:cs typeface="Times New Roman"/>
                          <a:sym typeface="Times New Roman"/>
                        </a:rPr>
                        <a:t>Prioridad de</a:t>
                      </a:r>
                      <a:endParaRPr b="1" sz="1200" u="none" cap="none" strike="noStrike">
                        <a:solidFill>
                          <a:schemeClr val="dk1"/>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200"/>
                        <a:buFont typeface="Arial"/>
                        <a:buNone/>
                      </a:pPr>
                      <a:r>
                        <a:rPr b="1" lang="es-419" sz="1200" u="none" cap="none" strike="noStrike">
                          <a:solidFill>
                            <a:schemeClr val="dk1"/>
                          </a:solidFill>
                          <a:latin typeface="Times New Roman"/>
                          <a:ea typeface="Times New Roman"/>
                          <a:cs typeface="Times New Roman"/>
                          <a:sym typeface="Times New Roman"/>
                        </a:rPr>
                        <a:t>requerimiento:</a:t>
                      </a:r>
                      <a:endParaRPr sz="1400" u="none" cap="none" strike="noStrike">
                        <a:latin typeface="Times New Roman"/>
                        <a:ea typeface="Times New Roman"/>
                        <a:cs typeface="Times New Roman"/>
                        <a:sym typeface="Times New Roman"/>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200"/>
                        <a:buFont typeface="Arial"/>
                        <a:buNone/>
                      </a:pPr>
                      <a:r>
                        <a:rPr lang="es-419" sz="1200" u="none" cap="none" strike="noStrike">
                          <a:solidFill>
                            <a:schemeClr val="dk1"/>
                          </a:solidFill>
                          <a:latin typeface="Times New Roman"/>
                          <a:ea typeface="Times New Roman"/>
                          <a:cs typeface="Times New Roman"/>
                          <a:sym typeface="Times New Roman"/>
                        </a:rPr>
                        <a:t>Alta</a:t>
                      </a:r>
                      <a:endParaRPr sz="1200" u="none" cap="none" strike="noStrike">
                        <a:solidFill>
                          <a:schemeClr val="dk1"/>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400"/>
                        <a:buFont typeface="Arial"/>
                        <a:buNone/>
                      </a:pPr>
                      <a:r>
                        <a:t/>
                      </a:r>
                      <a:endParaRPr sz="1400" u="none" cap="none" strike="noStrike">
                        <a:latin typeface="Times New Roman"/>
                        <a:ea typeface="Times New Roman"/>
                        <a:cs typeface="Times New Roman"/>
                        <a:sym typeface="Times New Roman"/>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bl>
          </a:graphicData>
        </a:graphic>
      </p:graphicFrame>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0" name="Shape 280"/>
        <p:cNvGrpSpPr/>
        <p:nvPr/>
      </p:nvGrpSpPr>
      <p:grpSpPr>
        <a:xfrm>
          <a:off x="0" y="0"/>
          <a:ext cx="0" cy="0"/>
          <a:chOff x="0" y="0"/>
          <a:chExt cx="0" cy="0"/>
        </a:xfrm>
      </p:grpSpPr>
      <p:graphicFrame>
        <p:nvGraphicFramePr>
          <p:cNvPr id="281" name="Google Shape;281;p38"/>
          <p:cNvGraphicFramePr/>
          <p:nvPr/>
        </p:nvGraphicFramePr>
        <p:xfrm>
          <a:off x="1429150" y="1146900"/>
          <a:ext cx="3000000" cy="3000000"/>
        </p:xfrm>
        <a:graphic>
          <a:graphicData uri="http://schemas.openxmlformats.org/drawingml/2006/table">
            <a:tbl>
              <a:tblPr>
                <a:noFill/>
                <a:tableStyleId>{56F13CAF-1F5B-469B-97F8-7155BB07BC01}</a:tableStyleId>
              </a:tblPr>
              <a:tblGrid>
                <a:gridCol w="1622050"/>
                <a:gridCol w="4663650"/>
              </a:tblGrid>
              <a:tr h="381000">
                <a:tc>
                  <a:txBody>
                    <a:bodyPr/>
                    <a:lstStyle/>
                    <a:p>
                      <a:pPr indent="0" lvl="0" marL="0" marR="0" rtl="0" algn="l">
                        <a:lnSpc>
                          <a:spcPct val="100000"/>
                        </a:lnSpc>
                        <a:spcBef>
                          <a:spcPts val="0"/>
                        </a:spcBef>
                        <a:spcAft>
                          <a:spcPts val="0"/>
                        </a:spcAft>
                        <a:buClr>
                          <a:srgbClr val="000000"/>
                        </a:buClr>
                        <a:buSzPts val="1200"/>
                        <a:buFont typeface="Arial"/>
                        <a:buNone/>
                      </a:pPr>
                      <a:r>
                        <a:rPr b="1" lang="es-419" sz="1200" u="none" cap="none" strike="noStrike">
                          <a:solidFill>
                            <a:schemeClr val="dk1"/>
                          </a:solidFill>
                          <a:latin typeface="Times New Roman"/>
                          <a:ea typeface="Times New Roman"/>
                          <a:cs typeface="Times New Roman"/>
                          <a:sym typeface="Times New Roman"/>
                        </a:rPr>
                        <a:t>Identificación</a:t>
                      </a:r>
                      <a:endParaRPr b="1" sz="1200" u="none" cap="none" strike="noStrike">
                        <a:solidFill>
                          <a:schemeClr val="dk1"/>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200"/>
                        <a:buFont typeface="Arial"/>
                        <a:buNone/>
                      </a:pPr>
                      <a:r>
                        <a:rPr b="1" lang="es-419" sz="1200" u="none" cap="none" strike="noStrike">
                          <a:solidFill>
                            <a:schemeClr val="dk1"/>
                          </a:solidFill>
                          <a:latin typeface="Times New Roman"/>
                          <a:ea typeface="Times New Roman"/>
                          <a:cs typeface="Times New Roman"/>
                          <a:sym typeface="Times New Roman"/>
                        </a:rPr>
                        <a:t>del</a:t>
                      </a:r>
                      <a:endParaRPr b="1" sz="1200" u="none" cap="none" strike="noStrike">
                        <a:solidFill>
                          <a:schemeClr val="dk1"/>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200"/>
                        <a:buFont typeface="Arial"/>
                        <a:buNone/>
                      </a:pPr>
                      <a:r>
                        <a:rPr b="1" lang="es-419" sz="1200" u="none" cap="none" strike="noStrike">
                          <a:solidFill>
                            <a:schemeClr val="dk1"/>
                          </a:solidFill>
                          <a:latin typeface="Times New Roman"/>
                          <a:ea typeface="Times New Roman"/>
                          <a:cs typeface="Times New Roman"/>
                          <a:sym typeface="Times New Roman"/>
                        </a:rPr>
                        <a:t>requerimiento:</a:t>
                      </a:r>
                      <a:endParaRPr sz="1400" u="none" cap="none" strike="noStrike">
                        <a:latin typeface="Times New Roman"/>
                        <a:ea typeface="Times New Roman"/>
                        <a:cs typeface="Times New Roman"/>
                        <a:sym typeface="Times New Roman"/>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200"/>
                        <a:buFont typeface="Arial"/>
                        <a:buNone/>
                      </a:pPr>
                      <a:r>
                        <a:rPr lang="es-419" sz="1200" u="none" cap="none" strike="noStrike">
                          <a:solidFill>
                            <a:schemeClr val="dk1"/>
                          </a:solidFill>
                          <a:latin typeface="Times New Roman"/>
                          <a:ea typeface="Times New Roman"/>
                          <a:cs typeface="Times New Roman"/>
                          <a:sym typeface="Times New Roman"/>
                        </a:rPr>
                        <a:t>RNF08</a:t>
                      </a:r>
                      <a:endParaRPr sz="1400" u="none" cap="none" strike="noStrike">
                        <a:latin typeface="Times New Roman"/>
                        <a:ea typeface="Times New Roman"/>
                        <a:cs typeface="Times New Roman"/>
                        <a:sym typeface="Times New Roman"/>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381000">
                <a:tc>
                  <a:txBody>
                    <a:bodyPr/>
                    <a:lstStyle/>
                    <a:p>
                      <a:pPr indent="0" lvl="0" marL="0" marR="0" rtl="0" algn="l">
                        <a:lnSpc>
                          <a:spcPct val="100000"/>
                        </a:lnSpc>
                        <a:spcBef>
                          <a:spcPts val="0"/>
                        </a:spcBef>
                        <a:spcAft>
                          <a:spcPts val="0"/>
                        </a:spcAft>
                        <a:buClr>
                          <a:srgbClr val="000000"/>
                        </a:buClr>
                        <a:buSzPts val="1200"/>
                        <a:buFont typeface="Arial"/>
                        <a:buNone/>
                      </a:pPr>
                      <a:r>
                        <a:rPr b="1" lang="es-419" sz="1200" u="none" cap="none" strike="noStrike">
                          <a:solidFill>
                            <a:schemeClr val="dk1"/>
                          </a:solidFill>
                          <a:latin typeface="Times New Roman"/>
                          <a:ea typeface="Times New Roman"/>
                          <a:cs typeface="Times New Roman"/>
                          <a:sym typeface="Times New Roman"/>
                        </a:rPr>
                        <a:t>Nombre del</a:t>
                      </a:r>
                      <a:endParaRPr b="1" sz="1200" u="none" cap="none" strike="noStrike">
                        <a:solidFill>
                          <a:schemeClr val="dk1"/>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200"/>
                        <a:buFont typeface="Arial"/>
                        <a:buNone/>
                      </a:pPr>
                      <a:r>
                        <a:rPr b="1" lang="es-419" sz="1200" u="none" cap="none" strike="noStrike">
                          <a:solidFill>
                            <a:schemeClr val="dk1"/>
                          </a:solidFill>
                          <a:latin typeface="Times New Roman"/>
                          <a:ea typeface="Times New Roman"/>
                          <a:cs typeface="Times New Roman"/>
                          <a:sym typeface="Times New Roman"/>
                        </a:rPr>
                        <a:t>requerimiento:</a:t>
                      </a:r>
                      <a:endParaRPr sz="1400" u="none" cap="none" strike="noStrike">
                        <a:highlight>
                          <a:schemeClr val="dk2"/>
                        </a:highlight>
                        <a:latin typeface="Times New Roman"/>
                        <a:ea typeface="Times New Roman"/>
                        <a:cs typeface="Times New Roman"/>
                        <a:sym typeface="Times New Roman"/>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B7B7B7"/>
                    </a:solidFill>
                  </a:tcPr>
                </a:tc>
                <a:tc>
                  <a:txBody>
                    <a:bodyPr/>
                    <a:lstStyle/>
                    <a:p>
                      <a:pPr indent="0" lvl="0" marL="0" marR="0" rtl="0" algn="l">
                        <a:lnSpc>
                          <a:spcPct val="100000"/>
                        </a:lnSpc>
                        <a:spcBef>
                          <a:spcPts val="0"/>
                        </a:spcBef>
                        <a:spcAft>
                          <a:spcPts val="0"/>
                        </a:spcAft>
                        <a:buClr>
                          <a:srgbClr val="000000"/>
                        </a:buClr>
                        <a:buSzPts val="1400"/>
                        <a:buFont typeface="Arial"/>
                        <a:buNone/>
                      </a:pPr>
                      <a:r>
                        <a:rPr lang="es-419" sz="1400" u="none" cap="none" strike="noStrike">
                          <a:highlight>
                            <a:srgbClr val="B7B7B7"/>
                          </a:highlight>
                          <a:latin typeface="Times New Roman"/>
                          <a:ea typeface="Times New Roman"/>
                          <a:cs typeface="Times New Roman"/>
                          <a:sym typeface="Times New Roman"/>
                        </a:rPr>
                        <a:t>Respaldo de información</a:t>
                      </a:r>
                      <a:endParaRPr sz="1400" u="none" cap="none" strike="noStrike">
                        <a:highlight>
                          <a:srgbClr val="B7B7B7"/>
                        </a:highlight>
                        <a:latin typeface="Times New Roman"/>
                        <a:ea typeface="Times New Roman"/>
                        <a:cs typeface="Times New Roman"/>
                        <a:sym typeface="Times New Roman"/>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B7B7B7"/>
                    </a:solidFill>
                  </a:tcPr>
                </a:tc>
              </a:tr>
              <a:tr h="381000">
                <a:tc>
                  <a:txBody>
                    <a:bodyPr/>
                    <a:lstStyle/>
                    <a:p>
                      <a:pPr indent="0" lvl="0" marL="0" marR="0" rtl="0" algn="l">
                        <a:lnSpc>
                          <a:spcPct val="100000"/>
                        </a:lnSpc>
                        <a:spcBef>
                          <a:spcPts val="0"/>
                        </a:spcBef>
                        <a:spcAft>
                          <a:spcPts val="0"/>
                        </a:spcAft>
                        <a:buClr>
                          <a:srgbClr val="000000"/>
                        </a:buClr>
                        <a:buSzPts val="1200"/>
                        <a:buFont typeface="Arial"/>
                        <a:buNone/>
                      </a:pPr>
                      <a:r>
                        <a:rPr b="1" lang="es-419" sz="1200" u="none" cap="none" strike="noStrike">
                          <a:solidFill>
                            <a:schemeClr val="dk1"/>
                          </a:solidFill>
                          <a:latin typeface="Times New Roman"/>
                          <a:ea typeface="Times New Roman"/>
                          <a:cs typeface="Times New Roman"/>
                          <a:sym typeface="Times New Roman"/>
                        </a:rPr>
                        <a:t>Características:</a:t>
                      </a:r>
                      <a:endParaRPr sz="1400" u="none" cap="none" strike="noStrike">
                        <a:latin typeface="Times New Roman"/>
                        <a:ea typeface="Times New Roman"/>
                        <a:cs typeface="Times New Roman"/>
                        <a:sym typeface="Times New Roman"/>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1400"/>
                        <a:buFont typeface="Arial"/>
                        <a:buNone/>
                      </a:pPr>
                      <a:r>
                        <a:rPr lang="es-419" sz="1400" u="none" cap="none" strike="noStrike">
                          <a:latin typeface="Times New Roman"/>
                          <a:ea typeface="Times New Roman"/>
                          <a:cs typeface="Times New Roman"/>
                          <a:sym typeface="Times New Roman"/>
                        </a:rPr>
                        <a:t>Se harán copias de seguridad automáticas diarias para proteger la base de datos.</a:t>
                      </a:r>
                      <a:endParaRPr sz="1400" u="none" cap="none" strike="noStrike">
                        <a:latin typeface="Times New Roman"/>
                        <a:ea typeface="Times New Roman"/>
                        <a:cs typeface="Times New Roman"/>
                        <a:sym typeface="Times New Roman"/>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381000">
                <a:tc>
                  <a:txBody>
                    <a:bodyPr/>
                    <a:lstStyle/>
                    <a:p>
                      <a:pPr indent="0" lvl="0" marL="0" marR="0" rtl="0" algn="l">
                        <a:lnSpc>
                          <a:spcPct val="100000"/>
                        </a:lnSpc>
                        <a:spcBef>
                          <a:spcPts val="0"/>
                        </a:spcBef>
                        <a:spcAft>
                          <a:spcPts val="0"/>
                        </a:spcAft>
                        <a:buClr>
                          <a:srgbClr val="000000"/>
                        </a:buClr>
                        <a:buSzPts val="1200"/>
                        <a:buFont typeface="Arial"/>
                        <a:buNone/>
                      </a:pPr>
                      <a:r>
                        <a:rPr b="1" lang="es-419" sz="1200" u="none" cap="none" strike="noStrike">
                          <a:solidFill>
                            <a:schemeClr val="dk1"/>
                          </a:solidFill>
                          <a:latin typeface="Times New Roman"/>
                          <a:ea typeface="Times New Roman"/>
                          <a:cs typeface="Times New Roman"/>
                          <a:sym typeface="Times New Roman"/>
                        </a:rPr>
                        <a:t>Descripción del</a:t>
                      </a:r>
                      <a:endParaRPr b="1" sz="1200" u="none" cap="none" strike="noStrike">
                        <a:solidFill>
                          <a:schemeClr val="dk1"/>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200"/>
                        <a:buFont typeface="Arial"/>
                        <a:buNone/>
                      </a:pPr>
                      <a:r>
                        <a:rPr b="1" lang="es-419" sz="1200" u="none" cap="none" strike="noStrike">
                          <a:solidFill>
                            <a:schemeClr val="dk1"/>
                          </a:solidFill>
                          <a:latin typeface="Times New Roman"/>
                          <a:ea typeface="Times New Roman"/>
                          <a:cs typeface="Times New Roman"/>
                          <a:sym typeface="Times New Roman"/>
                        </a:rPr>
                        <a:t>requerimiento:</a:t>
                      </a:r>
                      <a:endParaRPr sz="1400" u="none" cap="none" strike="noStrike">
                        <a:latin typeface="Times New Roman"/>
                        <a:ea typeface="Times New Roman"/>
                        <a:cs typeface="Times New Roman"/>
                        <a:sym typeface="Times New Roman"/>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B7B7B7"/>
                    </a:solidFill>
                  </a:tcPr>
                </a:tc>
                <a:tc>
                  <a:txBody>
                    <a:bodyPr/>
                    <a:lstStyle/>
                    <a:p>
                      <a:pPr indent="0" lvl="0" marL="0" marR="0" rtl="0" algn="l">
                        <a:lnSpc>
                          <a:spcPct val="100000"/>
                        </a:lnSpc>
                        <a:spcBef>
                          <a:spcPts val="0"/>
                        </a:spcBef>
                        <a:spcAft>
                          <a:spcPts val="0"/>
                        </a:spcAft>
                        <a:buClr>
                          <a:srgbClr val="000000"/>
                        </a:buClr>
                        <a:buSzPts val="1400"/>
                        <a:buFont typeface="Arial"/>
                        <a:buNone/>
                      </a:pPr>
                      <a:r>
                        <a:rPr lang="es-419" sz="1400" u="none" cap="none" strike="noStrike">
                          <a:latin typeface="Times New Roman"/>
                          <a:ea typeface="Times New Roman"/>
                          <a:cs typeface="Times New Roman"/>
                          <a:sym typeface="Times New Roman"/>
                        </a:rPr>
                        <a:t>El sistema debe realizar respaldos automáticos diarios de la base de datos.</a:t>
                      </a:r>
                      <a:endParaRPr sz="1400" u="none" cap="none" strike="noStrike">
                        <a:latin typeface="Times New Roman"/>
                        <a:ea typeface="Times New Roman"/>
                        <a:cs typeface="Times New Roman"/>
                        <a:sym typeface="Times New Roman"/>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B7B7B7"/>
                    </a:solidFill>
                  </a:tcPr>
                </a:tc>
              </a:tr>
              <a:tr h="381000">
                <a:tc>
                  <a:txBody>
                    <a:bodyPr/>
                    <a:lstStyle/>
                    <a:p>
                      <a:pPr indent="0" lvl="0" marL="0" marR="0" rtl="0" algn="l">
                        <a:lnSpc>
                          <a:spcPct val="100000"/>
                        </a:lnSpc>
                        <a:spcBef>
                          <a:spcPts val="0"/>
                        </a:spcBef>
                        <a:spcAft>
                          <a:spcPts val="0"/>
                        </a:spcAft>
                        <a:buClr>
                          <a:srgbClr val="000000"/>
                        </a:buClr>
                        <a:buSzPts val="1200"/>
                        <a:buFont typeface="Arial"/>
                        <a:buNone/>
                      </a:pPr>
                      <a:r>
                        <a:rPr b="1" lang="es-419" sz="1200" u="none" cap="none" strike="noStrike">
                          <a:solidFill>
                            <a:schemeClr val="dk1"/>
                          </a:solidFill>
                          <a:latin typeface="Times New Roman"/>
                          <a:ea typeface="Times New Roman"/>
                          <a:cs typeface="Times New Roman"/>
                          <a:sym typeface="Times New Roman"/>
                        </a:rPr>
                        <a:t>Prioridad de</a:t>
                      </a:r>
                      <a:endParaRPr b="1" sz="1200" u="none" cap="none" strike="noStrike">
                        <a:solidFill>
                          <a:schemeClr val="dk1"/>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200"/>
                        <a:buFont typeface="Arial"/>
                        <a:buNone/>
                      </a:pPr>
                      <a:r>
                        <a:rPr b="1" lang="es-419" sz="1200" u="none" cap="none" strike="noStrike">
                          <a:solidFill>
                            <a:schemeClr val="dk1"/>
                          </a:solidFill>
                          <a:latin typeface="Times New Roman"/>
                          <a:ea typeface="Times New Roman"/>
                          <a:cs typeface="Times New Roman"/>
                          <a:sym typeface="Times New Roman"/>
                        </a:rPr>
                        <a:t>requerimiento:</a:t>
                      </a:r>
                      <a:endParaRPr sz="1400" u="none" cap="none" strike="noStrike">
                        <a:latin typeface="Times New Roman"/>
                        <a:ea typeface="Times New Roman"/>
                        <a:cs typeface="Times New Roman"/>
                        <a:sym typeface="Times New Roman"/>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200"/>
                        <a:buFont typeface="Arial"/>
                        <a:buNone/>
                      </a:pPr>
                      <a:r>
                        <a:rPr lang="es-419" sz="1200" u="none" cap="none" strike="noStrike">
                          <a:solidFill>
                            <a:schemeClr val="dk1"/>
                          </a:solidFill>
                          <a:latin typeface="Times New Roman"/>
                          <a:ea typeface="Times New Roman"/>
                          <a:cs typeface="Times New Roman"/>
                          <a:sym typeface="Times New Roman"/>
                        </a:rPr>
                        <a:t>Alta</a:t>
                      </a:r>
                      <a:endParaRPr sz="1200" u="none" cap="none" strike="noStrike">
                        <a:solidFill>
                          <a:schemeClr val="dk1"/>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400"/>
                        <a:buFont typeface="Arial"/>
                        <a:buNone/>
                      </a:pPr>
                      <a:r>
                        <a:t/>
                      </a:r>
                      <a:endParaRPr sz="1400" u="none" cap="none" strike="noStrike">
                        <a:latin typeface="Times New Roman"/>
                        <a:ea typeface="Times New Roman"/>
                        <a:cs typeface="Times New Roman"/>
                        <a:sym typeface="Times New Roman"/>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bl>
          </a:graphicData>
        </a:graphic>
      </p:graphicFrame>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5" name="Shape 285"/>
        <p:cNvGrpSpPr/>
        <p:nvPr/>
      </p:nvGrpSpPr>
      <p:grpSpPr>
        <a:xfrm>
          <a:off x="0" y="0"/>
          <a:ext cx="0" cy="0"/>
          <a:chOff x="0" y="0"/>
          <a:chExt cx="0" cy="0"/>
        </a:xfrm>
      </p:grpSpPr>
      <p:graphicFrame>
        <p:nvGraphicFramePr>
          <p:cNvPr id="286" name="Google Shape;286;p39"/>
          <p:cNvGraphicFramePr/>
          <p:nvPr/>
        </p:nvGraphicFramePr>
        <p:xfrm>
          <a:off x="1305625" y="376500"/>
          <a:ext cx="3000000" cy="3000000"/>
        </p:xfrm>
        <a:graphic>
          <a:graphicData uri="http://schemas.openxmlformats.org/drawingml/2006/table">
            <a:tbl>
              <a:tblPr>
                <a:noFill/>
                <a:tableStyleId>{56F13CAF-1F5B-469B-97F8-7155BB07BC01}</a:tableStyleId>
              </a:tblPr>
              <a:tblGrid>
                <a:gridCol w="1665625"/>
                <a:gridCol w="4620075"/>
              </a:tblGrid>
              <a:tr h="381000">
                <a:tc>
                  <a:txBody>
                    <a:bodyPr/>
                    <a:lstStyle/>
                    <a:p>
                      <a:pPr indent="0" lvl="0" marL="0" marR="0" rtl="0" algn="l">
                        <a:lnSpc>
                          <a:spcPct val="100000"/>
                        </a:lnSpc>
                        <a:spcBef>
                          <a:spcPts val="0"/>
                        </a:spcBef>
                        <a:spcAft>
                          <a:spcPts val="0"/>
                        </a:spcAft>
                        <a:buClr>
                          <a:srgbClr val="000000"/>
                        </a:buClr>
                        <a:buSzPts val="1200"/>
                        <a:buFont typeface="Arial"/>
                        <a:buNone/>
                      </a:pPr>
                      <a:r>
                        <a:rPr b="1" lang="es-419" sz="1200" u="none" cap="none" strike="noStrike">
                          <a:solidFill>
                            <a:schemeClr val="dk1"/>
                          </a:solidFill>
                          <a:latin typeface="Times New Roman"/>
                          <a:ea typeface="Times New Roman"/>
                          <a:cs typeface="Times New Roman"/>
                          <a:sym typeface="Times New Roman"/>
                        </a:rPr>
                        <a:t>Identificación</a:t>
                      </a:r>
                      <a:endParaRPr b="1" sz="1200" u="none" cap="none" strike="noStrike">
                        <a:solidFill>
                          <a:schemeClr val="dk1"/>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200"/>
                        <a:buFont typeface="Arial"/>
                        <a:buNone/>
                      </a:pPr>
                      <a:r>
                        <a:rPr b="1" lang="es-419" sz="1200" u="none" cap="none" strike="noStrike">
                          <a:solidFill>
                            <a:schemeClr val="dk1"/>
                          </a:solidFill>
                          <a:latin typeface="Times New Roman"/>
                          <a:ea typeface="Times New Roman"/>
                          <a:cs typeface="Times New Roman"/>
                          <a:sym typeface="Times New Roman"/>
                        </a:rPr>
                        <a:t>del</a:t>
                      </a:r>
                      <a:endParaRPr b="1" sz="1200" u="none" cap="none" strike="noStrike">
                        <a:solidFill>
                          <a:schemeClr val="dk1"/>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200"/>
                        <a:buFont typeface="Arial"/>
                        <a:buNone/>
                      </a:pPr>
                      <a:r>
                        <a:rPr b="1" lang="es-419" sz="1200" u="none" cap="none" strike="noStrike">
                          <a:solidFill>
                            <a:schemeClr val="dk1"/>
                          </a:solidFill>
                          <a:latin typeface="Times New Roman"/>
                          <a:ea typeface="Times New Roman"/>
                          <a:cs typeface="Times New Roman"/>
                          <a:sym typeface="Times New Roman"/>
                        </a:rPr>
                        <a:t>requerimiento:</a:t>
                      </a:r>
                      <a:endParaRPr sz="1400" u="none" cap="none" strike="noStrike">
                        <a:latin typeface="Times New Roman"/>
                        <a:ea typeface="Times New Roman"/>
                        <a:cs typeface="Times New Roman"/>
                        <a:sym typeface="Times New Roman"/>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200"/>
                        <a:buFont typeface="Arial"/>
                        <a:buNone/>
                      </a:pPr>
                      <a:r>
                        <a:rPr lang="es-419" sz="1200" u="none" cap="none" strike="noStrike">
                          <a:solidFill>
                            <a:schemeClr val="dk1"/>
                          </a:solidFill>
                          <a:latin typeface="Times New Roman"/>
                          <a:ea typeface="Times New Roman"/>
                          <a:cs typeface="Times New Roman"/>
                          <a:sym typeface="Times New Roman"/>
                        </a:rPr>
                        <a:t>RNF09</a:t>
                      </a:r>
                      <a:endParaRPr sz="1400" u="none" cap="none" strike="noStrike">
                        <a:latin typeface="Times New Roman"/>
                        <a:ea typeface="Times New Roman"/>
                        <a:cs typeface="Times New Roman"/>
                        <a:sym typeface="Times New Roman"/>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381000">
                <a:tc>
                  <a:txBody>
                    <a:bodyPr/>
                    <a:lstStyle/>
                    <a:p>
                      <a:pPr indent="0" lvl="0" marL="0" marR="0" rtl="0" algn="l">
                        <a:lnSpc>
                          <a:spcPct val="100000"/>
                        </a:lnSpc>
                        <a:spcBef>
                          <a:spcPts val="0"/>
                        </a:spcBef>
                        <a:spcAft>
                          <a:spcPts val="0"/>
                        </a:spcAft>
                        <a:buClr>
                          <a:srgbClr val="000000"/>
                        </a:buClr>
                        <a:buSzPts val="1200"/>
                        <a:buFont typeface="Arial"/>
                        <a:buNone/>
                      </a:pPr>
                      <a:r>
                        <a:rPr b="1" lang="es-419" sz="1200" u="none" cap="none" strike="noStrike">
                          <a:solidFill>
                            <a:schemeClr val="dk1"/>
                          </a:solidFill>
                          <a:latin typeface="Times New Roman"/>
                          <a:ea typeface="Times New Roman"/>
                          <a:cs typeface="Times New Roman"/>
                          <a:sym typeface="Times New Roman"/>
                        </a:rPr>
                        <a:t>Nombre del</a:t>
                      </a:r>
                      <a:endParaRPr b="1" sz="1200" u="none" cap="none" strike="noStrike">
                        <a:solidFill>
                          <a:schemeClr val="dk1"/>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200"/>
                        <a:buFont typeface="Arial"/>
                        <a:buNone/>
                      </a:pPr>
                      <a:r>
                        <a:rPr b="1" lang="es-419" sz="1200" u="none" cap="none" strike="noStrike">
                          <a:solidFill>
                            <a:schemeClr val="dk1"/>
                          </a:solidFill>
                          <a:latin typeface="Times New Roman"/>
                          <a:ea typeface="Times New Roman"/>
                          <a:cs typeface="Times New Roman"/>
                          <a:sym typeface="Times New Roman"/>
                        </a:rPr>
                        <a:t>requerimiento:</a:t>
                      </a:r>
                      <a:endParaRPr sz="1400" u="none" cap="none" strike="noStrike">
                        <a:highlight>
                          <a:schemeClr val="dk2"/>
                        </a:highlight>
                        <a:latin typeface="Times New Roman"/>
                        <a:ea typeface="Times New Roman"/>
                        <a:cs typeface="Times New Roman"/>
                        <a:sym typeface="Times New Roman"/>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B7B7B7"/>
                    </a:solidFill>
                  </a:tcPr>
                </a:tc>
                <a:tc>
                  <a:txBody>
                    <a:bodyPr/>
                    <a:lstStyle/>
                    <a:p>
                      <a:pPr indent="0" lvl="0" marL="0" marR="0" rtl="0" algn="l">
                        <a:lnSpc>
                          <a:spcPct val="115000"/>
                        </a:lnSpc>
                        <a:spcBef>
                          <a:spcPts val="0"/>
                        </a:spcBef>
                        <a:spcAft>
                          <a:spcPts val="0"/>
                        </a:spcAft>
                        <a:buClr>
                          <a:srgbClr val="000000"/>
                        </a:buClr>
                        <a:buSzPts val="1150"/>
                        <a:buFont typeface="Arial"/>
                        <a:buNone/>
                      </a:pPr>
                      <a:r>
                        <a:rPr lang="es-419" sz="1150" u="none" cap="none" strike="noStrike">
                          <a:solidFill>
                            <a:srgbClr val="222222"/>
                          </a:solidFill>
                        </a:rPr>
                        <a:t>confiabilidad </a:t>
                      </a:r>
                      <a:endParaRPr sz="1400" u="none" cap="none" strike="noStrike">
                        <a:latin typeface="Times New Roman"/>
                        <a:ea typeface="Times New Roman"/>
                        <a:cs typeface="Times New Roman"/>
                        <a:sym typeface="Times New Roman"/>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B7B7B7"/>
                    </a:solidFill>
                  </a:tcPr>
                </a:tc>
              </a:tr>
              <a:tr h="381000">
                <a:tc>
                  <a:txBody>
                    <a:bodyPr/>
                    <a:lstStyle/>
                    <a:p>
                      <a:pPr indent="0" lvl="0" marL="0" marR="0" rtl="0" algn="l">
                        <a:lnSpc>
                          <a:spcPct val="100000"/>
                        </a:lnSpc>
                        <a:spcBef>
                          <a:spcPts val="0"/>
                        </a:spcBef>
                        <a:spcAft>
                          <a:spcPts val="0"/>
                        </a:spcAft>
                        <a:buClr>
                          <a:srgbClr val="000000"/>
                        </a:buClr>
                        <a:buSzPts val="1200"/>
                        <a:buFont typeface="Arial"/>
                        <a:buNone/>
                      </a:pPr>
                      <a:r>
                        <a:rPr b="1" lang="es-419" sz="1200" u="none" cap="none" strike="noStrike">
                          <a:solidFill>
                            <a:schemeClr val="dk1"/>
                          </a:solidFill>
                          <a:latin typeface="Times New Roman"/>
                          <a:ea typeface="Times New Roman"/>
                          <a:cs typeface="Times New Roman"/>
                          <a:sym typeface="Times New Roman"/>
                        </a:rPr>
                        <a:t>Características:</a:t>
                      </a:r>
                      <a:endParaRPr sz="1400" u="none" cap="none" strike="noStrike">
                        <a:latin typeface="Times New Roman"/>
                        <a:ea typeface="Times New Roman"/>
                        <a:cs typeface="Times New Roman"/>
                        <a:sym typeface="Times New Roman"/>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1400"/>
                        <a:buFont typeface="Arial"/>
                        <a:buNone/>
                      </a:pPr>
                      <a:r>
                        <a:rPr lang="es-419" sz="1400" u="none" cap="none" strike="noStrike">
                          <a:latin typeface="Times New Roman"/>
                          <a:ea typeface="Times New Roman"/>
                          <a:cs typeface="Times New Roman"/>
                          <a:sym typeface="Times New Roman"/>
                        </a:rPr>
                        <a:t>El sistema deberá tener un tiempo de disponibilidad del 99% mensual, evitando caídas prolongadas.</a:t>
                      </a:r>
                      <a:endParaRPr sz="1400" u="none" cap="none" strike="noStrike">
                        <a:latin typeface="Times New Roman"/>
                        <a:ea typeface="Times New Roman"/>
                        <a:cs typeface="Times New Roman"/>
                        <a:sym typeface="Times New Roman"/>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381000">
                <a:tc>
                  <a:txBody>
                    <a:bodyPr/>
                    <a:lstStyle/>
                    <a:p>
                      <a:pPr indent="0" lvl="0" marL="0" marR="0" rtl="0" algn="l">
                        <a:lnSpc>
                          <a:spcPct val="100000"/>
                        </a:lnSpc>
                        <a:spcBef>
                          <a:spcPts val="0"/>
                        </a:spcBef>
                        <a:spcAft>
                          <a:spcPts val="0"/>
                        </a:spcAft>
                        <a:buClr>
                          <a:srgbClr val="000000"/>
                        </a:buClr>
                        <a:buSzPts val="1200"/>
                        <a:buFont typeface="Arial"/>
                        <a:buNone/>
                      </a:pPr>
                      <a:r>
                        <a:rPr b="1" lang="es-419" sz="1200" u="none" cap="none" strike="noStrike">
                          <a:solidFill>
                            <a:schemeClr val="dk1"/>
                          </a:solidFill>
                          <a:latin typeface="Times New Roman"/>
                          <a:ea typeface="Times New Roman"/>
                          <a:cs typeface="Times New Roman"/>
                          <a:sym typeface="Times New Roman"/>
                        </a:rPr>
                        <a:t>Descripción del</a:t>
                      </a:r>
                      <a:endParaRPr b="1" sz="1200" u="none" cap="none" strike="noStrike">
                        <a:solidFill>
                          <a:schemeClr val="dk1"/>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200"/>
                        <a:buFont typeface="Arial"/>
                        <a:buNone/>
                      </a:pPr>
                      <a:r>
                        <a:rPr b="1" lang="es-419" sz="1200" u="none" cap="none" strike="noStrike">
                          <a:solidFill>
                            <a:schemeClr val="dk1"/>
                          </a:solidFill>
                          <a:latin typeface="Times New Roman"/>
                          <a:ea typeface="Times New Roman"/>
                          <a:cs typeface="Times New Roman"/>
                          <a:sym typeface="Times New Roman"/>
                        </a:rPr>
                        <a:t>requerimiento:</a:t>
                      </a:r>
                      <a:endParaRPr sz="1400" u="none" cap="none" strike="noStrike">
                        <a:latin typeface="Times New Roman"/>
                        <a:ea typeface="Times New Roman"/>
                        <a:cs typeface="Times New Roman"/>
                        <a:sym typeface="Times New Roman"/>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B7B7B7"/>
                    </a:solidFill>
                  </a:tcPr>
                </a:tc>
                <a:tc>
                  <a:txBody>
                    <a:bodyPr/>
                    <a:lstStyle/>
                    <a:p>
                      <a:pPr indent="0" lvl="0" marL="0" marR="0" rtl="0" algn="l">
                        <a:lnSpc>
                          <a:spcPct val="115000"/>
                        </a:lnSpc>
                        <a:spcBef>
                          <a:spcPts val="0"/>
                        </a:spcBef>
                        <a:spcAft>
                          <a:spcPts val="0"/>
                        </a:spcAft>
                        <a:buClr>
                          <a:schemeClr val="dk1"/>
                        </a:buClr>
                        <a:buSzPts val="1100"/>
                        <a:buFont typeface="Arial"/>
                        <a:buNone/>
                      </a:pPr>
                      <a:r>
                        <a:rPr lang="es-419" sz="1400" u="none" cap="none" strike="noStrike">
                          <a:latin typeface="Times New Roman"/>
                          <a:ea typeface="Times New Roman"/>
                          <a:cs typeface="Times New Roman"/>
                          <a:sym typeface="Times New Roman"/>
                        </a:rPr>
                        <a:t>El sistema debe garantizar una alta disponibilidad y funcionamiento continuo, asegurando que los datos procesados y almacenados sean consistentes y libres de errores, minimizando el riesgo de fallos o pérdidas de información durante las operaciones.</a:t>
                      </a:r>
                      <a:endParaRPr sz="1400" u="none" cap="none" strike="noStrike">
                        <a:latin typeface="Times New Roman"/>
                        <a:ea typeface="Times New Roman"/>
                        <a:cs typeface="Times New Roman"/>
                        <a:sym typeface="Times New Roman"/>
                      </a:endParaRPr>
                    </a:p>
                    <a:p>
                      <a:pPr indent="0" lvl="0" marL="0" marR="0" rtl="0" algn="l">
                        <a:lnSpc>
                          <a:spcPct val="100000"/>
                        </a:lnSpc>
                        <a:spcBef>
                          <a:spcPts val="1200"/>
                        </a:spcBef>
                        <a:spcAft>
                          <a:spcPts val="0"/>
                        </a:spcAft>
                        <a:buClr>
                          <a:srgbClr val="000000"/>
                        </a:buClr>
                        <a:buSzPts val="1400"/>
                        <a:buFont typeface="Arial"/>
                        <a:buNone/>
                      </a:pPr>
                      <a:r>
                        <a:t/>
                      </a:r>
                      <a:endParaRPr sz="1400" u="none" cap="none" strike="noStrike">
                        <a:latin typeface="Times New Roman"/>
                        <a:ea typeface="Times New Roman"/>
                        <a:cs typeface="Times New Roman"/>
                        <a:sym typeface="Times New Roman"/>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B7B7B7"/>
                    </a:solidFill>
                  </a:tcPr>
                </a:tc>
              </a:tr>
              <a:tr h="381000">
                <a:tc>
                  <a:txBody>
                    <a:bodyPr/>
                    <a:lstStyle/>
                    <a:p>
                      <a:pPr indent="0" lvl="0" marL="0" marR="0" rtl="0" algn="l">
                        <a:lnSpc>
                          <a:spcPct val="100000"/>
                        </a:lnSpc>
                        <a:spcBef>
                          <a:spcPts val="0"/>
                        </a:spcBef>
                        <a:spcAft>
                          <a:spcPts val="0"/>
                        </a:spcAft>
                        <a:buClr>
                          <a:srgbClr val="000000"/>
                        </a:buClr>
                        <a:buSzPts val="1200"/>
                        <a:buFont typeface="Arial"/>
                        <a:buNone/>
                      </a:pPr>
                      <a:r>
                        <a:rPr b="1" lang="es-419" sz="1200" u="none" cap="none" strike="noStrike">
                          <a:solidFill>
                            <a:schemeClr val="dk1"/>
                          </a:solidFill>
                          <a:latin typeface="Times New Roman"/>
                          <a:ea typeface="Times New Roman"/>
                          <a:cs typeface="Times New Roman"/>
                          <a:sym typeface="Times New Roman"/>
                        </a:rPr>
                        <a:t>Prioridad de</a:t>
                      </a:r>
                      <a:endParaRPr b="1" sz="1200" u="none" cap="none" strike="noStrike">
                        <a:solidFill>
                          <a:schemeClr val="dk1"/>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200"/>
                        <a:buFont typeface="Arial"/>
                        <a:buNone/>
                      </a:pPr>
                      <a:r>
                        <a:rPr b="1" lang="es-419" sz="1200" u="none" cap="none" strike="noStrike">
                          <a:solidFill>
                            <a:schemeClr val="dk1"/>
                          </a:solidFill>
                          <a:latin typeface="Times New Roman"/>
                          <a:ea typeface="Times New Roman"/>
                          <a:cs typeface="Times New Roman"/>
                          <a:sym typeface="Times New Roman"/>
                        </a:rPr>
                        <a:t>requerimiento:</a:t>
                      </a:r>
                      <a:endParaRPr sz="1400" u="none" cap="none" strike="noStrike">
                        <a:latin typeface="Times New Roman"/>
                        <a:ea typeface="Times New Roman"/>
                        <a:cs typeface="Times New Roman"/>
                        <a:sym typeface="Times New Roman"/>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200"/>
                        <a:buFont typeface="Arial"/>
                        <a:buNone/>
                      </a:pPr>
                      <a:r>
                        <a:rPr lang="es-419" sz="1200" u="none" cap="none" strike="noStrike">
                          <a:solidFill>
                            <a:schemeClr val="dk1"/>
                          </a:solidFill>
                          <a:latin typeface="Times New Roman"/>
                          <a:ea typeface="Times New Roman"/>
                          <a:cs typeface="Times New Roman"/>
                          <a:sym typeface="Times New Roman"/>
                        </a:rPr>
                        <a:t>Alta</a:t>
                      </a:r>
                      <a:endParaRPr sz="1200" u="none" cap="none" strike="noStrike">
                        <a:solidFill>
                          <a:schemeClr val="dk1"/>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400"/>
                        <a:buFont typeface="Arial"/>
                        <a:buNone/>
                      </a:pPr>
                      <a:r>
                        <a:t/>
                      </a:r>
                      <a:endParaRPr sz="1400" u="none" cap="none" strike="noStrike">
                        <a:latin typeface="Times New Roman"/>
                        <a:ea typeface="Times New Roman"/>
                        <a:cs typeface="Times New Roman"/>
                        <a:sym typeface="Times New Roman"/>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bl>
          </a:graphicData>
        </a:graphic>
      </p:graphicFrame>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0" name="Shape 290"/>
        <p:cNvGrpSpPr/>
        <p:nvPr/>
      </p:nvGrpSpPr>
      <p:grpSpPr>
        <a:xfrm>
          <a:off x="0" y="0"/>
          <a:ext cx="0" cy="0"/>
          <a:chOff x="0" y="0"/>
          <a:chExt cx="0" cy="0"/>
        </a:xfrm>
      </p:grpSpPr>
      <p:graphicFrame>
        <p:nvGraphicFramePr>
          <p:cNvPr id="291" name="Google Shape;291;p40"/>
          <p:cNvGraphicFramePr/>
          <p:nvPr/>
        </p:nvGraphicFramePr>
        <p:xfrm>
          <a:off x="1429150" y="1040213"/>
          <a:ext cx="3000000" cy="3000000"/>
        </p:xfrm>
        <a:graphic>
          <a:graphicData uri="http://schemas.openxmlformats.org/drawingml/2006/table">
            <a:tbl>
              <a:tblPr>
                <a:noFill/>
                <a:tableStyleId>{56F13CAF-1F5B-469B-97F8-7155BB07BC01}</a:tableStyleId>
              </a:tblPr>
              <a:tblGrid>
                <a:gridCol w="1622050"/>
                <a:gridCol w="4663650"/>
              </a:tblGrid>
              <a:tr h="381000">
                <a:tc>
                  <a:txBody>
                    <a:bodyPr/>
                    <a:lstStyle/>
                    <a:p>
                      <a:pPr indent="0" lvl="0" marL="0" marR="0" rtl="0" algn="l">
                        <a:lnSpc>
                          <a:spcPct val="100000"/>
                        </a:lnSpc>
                        <a:spcBef>
                          <a:spcPts val="0"/>
                        </a:spcBef>
                        <a:spcAft>
                          <a:spcPts val="0"/>
                        </a:spcAft>
                        <a:buClr>
                          <a:srgbClr val="000000"/>
                        </a:buClr>
                        <a:buSzPts val="1200"/>
                        <a:buFont typeface="Arial"/>
                        <a:buNone/>
                      </a:pPr>
                      <a:r>
                        <a:rPr b="1" lang="es-419" sz="1200" u="none" cap="none" strike="noStrike">
                          <a:solidFill>
                            <a:schemeClr val="dk1"/>
                          </a:solidFill>
                          <a:latin typeface="Times New Roman"/>
                          <a:ea typeface="Times New Roman"/>
                          <a:cs typeface="Times New Roman"/>
                          <a:sym typeface="Times New Roman"/>
                        </a:rPr>
                        <a:t>Identificación</a:t>
                      </a:r>
                      <a:endParaRPr b="1" sz="1200" u="none" cap="none" strike="noStrike">
                        <a:solidFill>
                          <a:schemeClr val="dk1"/>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200"/>
                        <a:buFont typeface="Arial"/>
                        <a:buNone/>
                      </a:pPr>
                      <a:r>
                        <a:rPr b="1" lang="es-419" sz="1200" u="none" cap="none" strike="noStrike">
                          <a:solidFill>
                            <a:schemeClr val="dk1"/>
                          </a:solidFill>
                          <a:latin typeface="Times New Roman"/>
                          <a:ea typeface="Times New Roman"/>
                          <a:cs typeface="Times New Roman"/>
                          <a:sym typeface="Times New Roman"/>
                        </a:rPr>
                        <a:t>del</a:t>
                      </a:r>
                      <a:endParaRPr b="1" sz="1200" u="none" cap="none" strike="noStrike">
                        <a:solidFill>
                          <a:schemeClr val="dk1"/>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200"/>
                        <a:buFont typeface="Arial"/>
                        <a:buNone/>
                      </a:pPr>
                      <a:r>
                        <a:rPr b="1" lang="es-419" sz="1200" u="none" cap="none" strike="noStrike">
                          <a:solidFill>
                            <a:schemeClr val="dk1"/>
                          </a:solidFill>
                          <a:latin typeface="Times New Roman"/>
                          <a:ea typeface="Times New Roman"/>
                          <a:cs typeface="Times New Roman"/>
                          <a:sym typeface="Times New Roman"/>
                        </a:rPr>
                        <a:t>requerimiento:</a:t>
                      </a:r>
                      <a:endParaRPr sz="1400" u="none" cap="none" strike="noStrike">
                        <a:latin typeface="Times New Roman"/>
                        <a:ea typeface="Times New Roman"/>
                        <a:cs typeface="Times New Roman"/>
                        <a:sym typeface="Times New Roman"/>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200"/>
                        <a:buFont typeface="Arial"/>
                        <a:buNone/>
                      </a:pPr>
                      <a:r>
                        <a:rPr lang="es-419" sz="1200" u="none" cap="none" strike="noStrike">
                          <a:solidFill>
                            <a:schemeClr val="dk1"/>
                          </a:solidFill>
                          <a:latin typeface="Times New Roman"/>
                          <a:ea typeface="Times New Roman"/>
                          <a:cs typeface="Times New Roman"/>
                          <a:sym typeface="Times New Roman"/>
                        </a:rPr>
                        <a:t>RNF10</a:t>
                      </a:r>
                      <a:endParaRPr sz="1400" u="none" cap="none" strike="noStrike">
                        <a:latin typeface="Times New Roman"/>
                        <a:ea typeface="Times New Roman"/>
                        <a:cs typeface="Times New Roman"/>
                        <a:sym typeface="Times New Roman"/>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381000">
                <a:tc>
                  <a:txBody>
                    <a:bodyPr/>
                    <a:lstStyle/>
                    <a:p>
                      <a:pPr indent="0" lvl="0" marL="0" marR="0" rtl="0" algn="l">
                        <a:lnSpc>
                          <a:spcPct val="100000"/>
                        </a:lnSpc>
                        <a:spcBef>
                          <a:spcPts val="0"/>
                        </a:spcBef>
                        <a:spcAft>
                          <a:spcPts val="0"/>
                        </a:spcAft>
                        <a:buClr>
                          <a:srgbClr val="000000"/>
                        </a:buClr>
                        <a:buSzPts val="1200"/>
                        <a:buFont typeface="Arial"/>
                        <a:buNone/>
                      </a:pPr>
                      <a:r>
                        <a:rPr b="1" lang="es-419" sz="1200" u="none" cap="none" strike="noStrike">
                          <a:solidFill>
                            <a:schemeClr val="dk1"/>
                          </a:solidFill>
                          <a:latin typeface="Times New Roman"/>
                          <a:ea typeface="Times New Roman"/>
                          <a:cs typeface="Times New Roman"/>
                          <a:sym typeface="Times New Roman"/>
                        </a:rPr>
                        <a:t>Nombre del</a:t>
                      </a:r>
                      <a:endParaRPr b="1" sz="1200" u="none" cap="none" strike="noStrike">
                        <a:solidFill>
                          <a:schemeClr val="dk1"/>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200"/>
                        <a:buFont typeface="Arial"/>
                        <a:buNone/>
                      </a:pPr>
                      <a:r>
                        <a:rPr b="1" lang="es-419" sz="1200" u="none" cap="none" strike="noStrike">
                          <a:solidFill>
                            <a:schemeClr val="dk1"/>
                          </a:solidFill>
                          <a:latin typeface="Times New Roman"/>
                          <a:ea typeface="Times New Roman"/>
                          <a:cs typeface="Times New Roman"/>
                          <a:sym typeface="Times New Roman"/>
                        </a:rPr>
                        <a:t>requerimiento:</a:t>
                      </a:r>
                      <a:endParaRPr sz="1400" u="none" cap="none" strike="noStrike">
                        <a:highlight>
                          <a:schemeClr val="dk2"/>
                        </a:highlight>
                        <a:latin typeface="Times New Roman"/>
                        <a:ea typeface="Times New Roman"/>
                        <a:cs typeface="Times New Roman"/>
                        <a:sym typeface="Times New Roman"/>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B7B7B7"/>
                    </a:solidFill>
                  </a:tcPr>
                </a:tc>
                <a:tc>
                  <a:txBody>
                    <a:bodyPr/>
                    <a:lstStyle/>
                    <a:p>
                      <a:pPr indent="0" lvl="0" marL="0" marR="0" rtl="0" algn="l">
                        <a:lnSpc>
                          <a:spcPct val="100000"/>
                        </a:lnSpc>
                        <a:spcBef>
                          <a:spcPts val="0"/>
                        </a:spcBef>
                        <a:spcAft>
                          <a:spcPts val="0"/>
                        </a:spcAft>
                        <a:buClr>
                          <a:srgbClr val="000000"/>
                        </a:buClr>
                        <a:buSzPts val="1400"/>
                        <a:buFont typeface="Arial"/>
                        <a:buNone/>
                      </a:pPr>
                      <a:r>
                        <a:rPr lang="es-419" sz="1400" u="none" cap="none" strike="noStrike">
                          <a:highlight>
                            <a:srgbClr val="B7B7B7"/>
                          </a:highlight>
                          <a:latin typeface="Times New Roman"/>
                          <a:ea typeface="Times New Roman"/>
                          <a:cs typeface="Times New Roman"/>
                          <a:sym typeface="Times New Roman"/>
                        </a:rPr>
                        <a:t>Conformidad legal</a:t>
                      </a:r>
                      <a:endParaRPr sz="1400" u="none" cap="none" strike="noStrike">
                        <a:highlight>
                          <a:srgbClr val="B7B7B7"/>
                        </a:highlight>
                        <a:latin typeface="Times New Roman"/>
                        <a:ea typeface="Times New Roman"/>
                        <a:cs typeface="Times New Roman"/>
                        <a:sym typeface="Times New Roman"/>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B7B7B7"/>
                    </a:solidFill>
                  </a:tcPr>
                </a:tc>
              </a:tr>
              <a:tr h="381000">
                <a:tc>
                  <a:txBody>
                    <a:bodyPr/>
                    <a:lstStyle/>
                    <a:p>
                      <a:pPr indent="0" lvl="0" marL="0" marR="0" rtl="0" algn="l">
                        <a:lnSpc>
                          <a:spcPct val="100000"/>
                        </a:lnSpc>
                        <a:spcBef>
                          <a:spcPts val="0"/>
                        </a:spcBef>
                        <a:spcAft>
                          <a:spcPts val="0"/>
                        </a:spcAft>
                        <a:buClr>
                          <a:srgbClr val="000000"/>
                        </a:buClr>
                        <a:buSzPts val="1200"/>
                        <a:buFont typeface="Arial"/>
                        <a:buNone/>
                      </a:pPr>
                      <a:r>
                        <a:rPr b="1" lang="es-419" sz="1200" u="none" cap="none" strike="noStrike">
                          <a:solidFill>
                            <a:schemeClr val="dk1"/>
                          </a:solidFill>
                          <a:latin typeface="Times New Roman"/>
                          <a:ea typeface="Times New Roman"/>
                          <a:cs typeface="Times New Roman"/>
                          <a:sym typeface="Times New Roman"/>
                        </a:rPr>
                        <a:t>Características:</a:t>
                      </a:r>
                      <a:endParaRPr sz="1400" u="none" cap="none" strike="noStrike">
                        <a:latin typeface="Times New Roman"/>
                        <a:ea typeface="Times New Roman"/>
                        <a:cs typeface="Times New Roman"/>
                        <a:sym typeface="Times New Roman"/>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1400"/>
                        <a:buFont typeface="Arial"/>
                        <a:buNone/>
                      </a:pPr>
                      <a:r>
                        <a:rPr lang="es-419" sz="1400" u="none" cap="none" strike="noStrike">
                          <a:latin typeface="Times New Roman"/>
                          <a:ea typeface="Times New Roman"/>
                          <a:cs typeface="Times New Roman"/>
                          <a:sym typeface="Times New Roman"/>
                        </a:rPr>
                        <a:t>Cumplirá con la Ley 1581 de 2012, protegiendo los datos personales de los usuarios.</a:t>
                      </a:r>
                      <a:endParaRPr sz="1400" u="none" cap="none" strike="noStrike">
                        <a:latin typeface="Times New Roman"/>
                        <a:ea typeface="Times New Roman"/>
                        <a:cs typeface="Times New Roman"/>
                        <a:sym typeface="Times New Roman"/>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381000">
                <a:tc>
                  <a:txBody>
                    <a:bodyPr/>
                    <a:lstStyle/>
                    <a:p>
                      <a:pPr indent="0" lvl="0" marL="0" marR="0" rtl="0" algn="l">
                        <a:lnSpc>
                          <a:spcPct val="100000"/>
                        </a:lnSpc>
                        <a:spcBef>
                          <a:spcPts val="0"/>
                        </a:spcBef>
                        <a:spcAft>
                          <a:spcPts val="0"/>
                        </a:spcAft>
                        <a:buClr>
                          <a:srgbClr val="000000"/>
                        </a:buClr>
                        <a:buSzPts val="1200"/>
                        <a:buFont typeface="Arial"/>
                        <a:buNone/>
                      </a:pPr>
                      <a:r>
                        <a:rPr b="1" lang="es-419" sz="1200" u="none" cap="none" strike="noStrike">
                          <a:solidFill>
                            <a:schemeClr val="dk1"/>
                          </a:solidFill>
                          <a:latin typeface="Times New Roman"/>
                          <a:ea typeface="Times New Roman"/>
                          <a:cs typeface="Times New Roman"/>
                          <a:sym typeface="Times New Roman"/>
                        </a:rPr>
                        <a:t>Descripción del</a:t>
                      </a:r>
                      <a:endParaRPr b="1" sz="1200" u="none" cap="none" strike="noStrike">
                        <a:solidFill>
                          <a:schemeClr val="dk1"/>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200"/>
                        <a:buFont typeface="Arial"/>
                        <a:buNone/>
                      </a:pPr>
                      <a:r>
                        <a:rPr b="1" lang="es-419" sz="1200" u="none" cap="none" strike="noStrike">
                          <a:solidFill>
                            <a:schemeClr val="dk1"/>
                          </a:solidFill>
                          <a:latin typeface="Times New Roman"/>
                          <a:ea typeface="Times New Roman"/>
                          <a:cs typeface="Times New Roman"/>
                          <a:sym typeface="Times New Roman"/>
                        </a:rPr>
                        <a:t>requerimiento:</a:t>
                      </a:r>
                      <a:endParaRPr sz="1400" u="none" cap="none" strike="noStrike">
                        <a:latin typeface="Times New Roman"/>
                        <a:ea typeface="Times New Roman"/>
                        <a:cs typeface="Times New Roman"/>
                        <a:sym typeface="Times New Roman"/>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B7B7B7"/>
                    </a:solidFill>
                  </a:tcPr>
                </a:tc>
                <a:tc>
                  <a:txBody>
                    <a:bodyPr/>
                    <a:lstStyle/>
                    <a:p>
                      <a:pPr indent="0" lvl="0" marL="0" marR="0" rtl="0" algn="l">
                        <a:lnSpc>
                          <a:spcPct val="100000"/>
                        </a:lnSpc>
                        <a:spcBef>
                          <a:spcPts val="0"/>
                        </a:spcBef>
                        <a:spcAft>
                          <a:spcPts val="0"/>
                        </a:spcAft>
                        <a:buClr>
                          <a:srgbClr val="000000"/>
                        </a:buClr>
                        <a:buSzPts val="1400"/>
                        <a:buFont typeface="Arial"/>
                        <a:buNone/>
                      </a:pPr>
                      <a:r>
                        <a:rPr lang="es-419" sz="1400" u="none" cap="none" strike="noStrike">
                          <a:latin typeface="Times New Roman"/>
                          <a:ea typeface="Times New Roman"/>
                          <a:cs typeface="Times New Roman"/>
                          <a:sym typeface="Times New Roman"/>
                        </a:rPr>
                        <a:t>El sistema debe cumplir con las normativas de protección de datos vigentes en Colombia (Ley 1581 de 2012).</a:t>
                      </a:r>
                      <a:endParaRPr sz="1400" u="none" cap="none" strike="noStrike">
                        <a:latin typeface="Times New Roman"/>
                        <a:ea typeface="Times New Roman"/>
                        <a:cs typeface="Times New Roman"/>
                        <a:sym typeface="Times New Roman"/>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B7B7B7"/>
                    </a:solidFill>
                  </a:tcPr>
                </a:tc>
              </a:tr>
              <a:tr h="381000">
                <a:tc>
                  <a:txBody>
                    <a:bodyPr/>
                    <a:lstStyle/>
                    <a:p>
                      <a:pPr indent="0" lvl="0" marL="0" marR="0" rtl="0" algn="l">
                        <a:lnSpc>
                          <a:spcPct val="100000"/>
                        </a:lnSpc>
                        <a:spcBef>
                          <a:spcPts val="0"/>
                        </a:spcBef>
                        <a:spcAft>
                          <a:spcPts val="0"/>
                        </a:spcAft>
                        <a:buClr>
                          <a:srgbClr val="000000"/>
                        </a:buClr>
                        <a:buSzPts val="1200"/>
                        <a:buFont typeface="Arial"/>
                        <a:buNone/>
                      </a:pPr>
                      <a:r>
                        <a:rPr b="1" lang="es-419" sz="1200" u="none" cap="none" strike="noStrike">
                          <a:solidFill>
                            <a:schemeClr val="dk1"/>
                          </a:solidFill>
                          <a:latin typeface="Times New Roman"/>
                          <a:ea typeface="Times New Roman"/>
                          <a:cs typeface="Times New Roman"/>
                          <a:sym typeface="Times New Roman"/>
                        </a:rPr>
                        <a:t>Prioridad de</a:t>
                      </a:r>
                      <a:endParaRPr b="1" sz="1200" u="none" cap="none" strike="noStrike">
                        <a:solidFill>
                          <a:schemeClr val="dk1"/>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200"/>
                        <a:buFont typeface="Arial"/>
                        <a:buNone/>
                      </a:pPr>
                      <a:r>
                        <a:rPr b="1" lang="es-419" sz="1200" u="none" cap="none" strike="noStrike">
                          <a:solidFill>
                            <a:schemeClr val="dk1"/>
                          </a:solidFill>
                          <a:latin typeface="Times New Roman"/>
                          <a:ea typeface="Times New Roman"/>
                          <a:cs typeface="Times New Roman"/>
                          <a:sym typeface="Times New Roman"/>
                        </a:rPr>
                        <a:t>requerimiento:</a:t>
                      </a:r>
                      <a:endParaRPr sz="1400" u="none" cap="none" strike="noStrike">
                        <a:latin typeface="Times New Roman"/>
                        <a:ea typeface="Times New Roman"/>
                        <a:cs typeface="Times New Roman"/>
                        <a:sym typeface="Times New Roman"/>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200"/>
                        <a:buFont typeface="Arial"/>
                        <a:buNone/>
                      </a:pPr>
                      <a:r>
                        <a:rPr lang="es-419" sz="1200" u="none" cap="none" strike="noStrike">
                          <a:solidFill>
                            <a:schemeClr val="dk1"/>
                          </a:solidFill>
                          <a:latin typeface="Times New Roman"/>
                          <a:ea typeface="Times New Roman"/>
                          <a:cs typeface="Times New Roman"/>
                          <a:sym typeface="Times New Roman"/>
                        </a:rPr>
                        <a:t>Alta</a:t>
                      </a:r>
                      <a:endParaRPr sz="1200" u="none" cap="none" strike="noStrike">
                        <a:solidFill>
                          <a:schemeClr val="dk1"/>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400"/>
                        <a:buFont typeface="Arial"/>
                        <a:buNone/>
                      </a:pPr>
                      <a:r>
                        <a:t/>
                      </a:r>
                      <a:endParaRPr sz="1400" u="none" cap="none" strike="noStrike">
                        <a:latin typeface="Times New Roman"/>
                        <a:ea typeface="Times New Roman"/>
                        <a:cs typeface="Times New Roman"/>
                        <a:sym typeface="Times New Roman"/>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bl>
          </a:graphicData>
        </a:graphic>
      </p:graphicFrame>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